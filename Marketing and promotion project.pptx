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Agrandir" panose="020B0604020202020204" charset="0"/>
      <p:regular r:id="rId9"/>
    </p:embeddedFont>
    <p:embeddedFont>
      <p:font typeface="Cinzel Decorative" panose="020B0604020202020204" charset="0"/>
      <p:regular r:id="rId10"/>
    </p:embeddedFont>
    <p:embeddedFont>
      <p:font typeface="Code Pro Heavy" panose="020B0604020202020204" charset="0"/>
      <p:regular r:id="rId11"/>
    </p:embeddedFont>
    <p:embeddedFont>
      <p:font typeface="League Spartan" panose="020B0604020202020204" charset="0"/>
      <p:regular r:id="rId12"/>
    </p:embeddedFont>
    <p:embeddedFont>
      <p:font typeface="Roboto" panose="02000000000000000000" pitchFamily="2" charset="0"/>
      <p:regular r:id="rId13"/>
    </p:embeddedFont>
    <p:embeddedFont>
      <p:font typeface="Times New Roman MT Italics"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105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svg"/><Relationship Id="rId3" Type="http://schemas.openxmlformats.org/officeDocument/2006/relationships/image" Target="../media/image7.svg"/><Relationship Id="rId7" Type="http://schemas.openxmlformats.org/officeDocument/2006/relationships/image" Target="../media/image11.png"/><Relationship Id="rId12" Type="http://schemas.openxmlformats.org/officeDocument/2006/relationships/image" Target="../media/image16.svg"/><Relationship Id="rId17" Type="http://schemas.openxmlformats.org/officeDocument/2006/relationships/image" Target="../media/image21.png"/><Relationship Id="rId2" Type="http://schemas.openxmlformats.org/officeDocument/2006/relationships/image" Target="../media/image6.png"/><Relationship Id="rId16" Type="http://schemas.openxmlformats.org/officeDocument/2006/relationships/image" Target="../media/image20.svg"/><Relationship Id="rId1" Type="http://schemas.openxmlformats.org/officeDocument/2006/relationships/slideLayout" Target="../slideLayouts/slideLayout7.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sv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svg"/></Relationships>
</file>

<file path=ppt/slides/_rels/slide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12.png"/><Relationship Id="rId3" Type="http://schemas.openxmlformats.org/officeDocument/2006/relationships/image" Target="../media/image25.svg"/><Relationship Id="rId7" Type="http://schemas.openxmlformats.org/officeDocument/2006/relationships/image" Target="../media/image29.svg"/><Relationship Id="rId12" Type="http://schemas.openxmlformats.org/officeDocument/2006/relationships/image" Target="../media/image11.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33.svg"/><Relationship Id="rId5" Type="http://schemas.openxmlformats.org/officeDocument/2006/relationships/image" Target="../media/image27.svg"/><Relationship Id="rId15" Type="http://schemas.openxmlformats.org/officeDocument/2006/relationships/image" Target="../media/image35.sv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svg"/><Relationship Id="rId14" Type="http://schemas.openxmlformats.org/officeDocument/2006/relationships/image" Target="../media/image34.png"/></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ED957"/>
        </a:solidFill>
        <a:effectLst/>
      </p:bgPr>
    </p:bg>
    <p:spTree>
      <p:nvGrpSpPr>
        <p:cNvPr id="1" name=""/>
        <p:cNvGrpSpPr/>
        <p:nvPr/>
      </p:nvGrpSpPr>
      <p:grpSpPr>
        <a:xfrm>
          <a:off x="0" y="0"/>
          <a:ext cx="0" cy="0"/>
          <a:chOff x="0" y="0"/>
          <a:chExt cx="0" cy="0"/>
        </a:xfrm>
      </p:grpSpPr>
      <p:sp>
        <p:nvSpPr>
          <p:cNvPr id="2" name="Freeform 2"/>
          <p:cNvSpPr/>
          <p:nvPr/>
        </p:nvSpPr>
        <p:spPr>
          <a:xfrm>
            <a:off x="-2260691" y="0"/>
            <a:ext cx="23686031" cy="15780818"/>
          </a:xfrm>
          <a:custGeom>
            <a:avLst/>
            <a:gdLst/>
            <a:ahLst/>
            <a:cxnLst/>
            <a:rect l="l" t="t" r="r" b="b"/>
            <a:pathLst>
              <a:path w="23686031" h="15780818">
                <a:moveTo>
                  <a:pt x="0" y="0"/>
                </a:moveTo>
                <a:lnTo>
                  <a:pt x="23686032" y="0"/>
                </a:lnTo>
                <a:lnTo>
                  <a:pt x="23686032" y="15780818"/>
                </a:lnTo>
                <a:lnTo>
                  <a:pt x="0" y="15780818"/>
                </a:lnTo>
                <a:lnTo>
                  <a:pt x="0" y="0"/>
                </a:lnTo>
                <a:close/>
              </a:path>
            </a:pathLst>
          </a:custGeom>
          <a:blipFill>
            <a:blip r:embed="rId2"/>
            <a:stretch>
              <a:fillRect/>
            </a:stretch>
          </a:blipFill>
        </p:spPr>
        <p:txBody>
          <a:bodyPr/>
          <a:lstStyle/>
          <a:p>
            <a:endParaRPr lang="en-CA"/>
          </a:p>
        </p:txBody>
      </p:sp>
      <p:sp>
        <p:nvSpPr>
          <p:cNvPr id="3" name="Freeform 3"/>
          <p:cNvSpPr/>
          <p:nvPr/>
        </p:nvSpPr>
        <p:spPr>
          <a:xfrm>
            <a:off x="3448192" y="3417747"/>
            <a:ext cx="11791666" cy="8229600"/>
          </a:xfrm>
          <a:custGeom>
            <a:avLst/>
            <a:gdLst/>
            <a:ahLst/>
            <a:cxnLst/>
            <a:rect l="l" t="t" r="r" b="b"/>
            <a:pathLst>
              <a:path w="11791666" h="8229600">
                <a:moveTo>
                  <a:pt x="0" y="0"/>
                </a:moveTo>
                <a:lnTo>
                  <a:pt x="11791666" y="0"/>
                </a:lnTo>
                <a:lnTo>
                  <a:pt x="11791666" y="8229600"/>
                </a:lnTo>
                <a:lnTo>
                  <a:pt x="0" y="8229600"/>
                </a:lnTo>
                <a:lnTo>
                  <a:pt x="0" y="0"/>
                </a:lnTo>
                <a:close/>
              </a:path>
            </a:pathLst>
          </a:custGeom>
          <a:blipFill>
            <a:blip r:embed="rId3"/>
            <a:stretch>
              <a:fillRect/>
            </a:stretch>
          </a:blipFill>
        </p:spPr>
        <p:txBody>
          <a:bodyPr/>
          <a:lstStyle/>
          <a:p>
            <a:endParaRPr lang="en-CA"/>
          </a:p>
        </p:txBody>
      </p:sp>
      <p:sp>
        <p:nvSpPr>
          <p:cNvPr id="4" name="Freeform 4"/>
          <p:cNvSpPr/>
          <p:nvPr/>
        </p:nvSpPr>
        <p:spPr>
          <a:xfrm>
            <a:off x="1367424" y="319809"/>
            <a:ext cx="15103533" cy="9647382"/>
          </a:xfrm>
          <a:custGeom>
            <a:avLst/>
            <a:gdLst/>
            <a:ahLst/>
            <a:cxnLst/>
            <a:rect l="l" t="t" r="r" b="b"/>
            <a:pathLst>
              <a:path w="15103533" h="9647382">
                <a:moveTo>
                  <a:pt x="0" y="0"/>
                </a:moveTo>
                <a:lnTo>
                  <a:pt x="15103533" y="0"/>
                </a:lnTo>
                <a:lnTo>
                  <a:pt x="15103533" y="9647382"/>
                </a:lnTo>
                <a:lnTo>
                  <a:pt x="0" y="9647382"/>
                </a:lnTo>
                <a:lnTo>
                  <a:pt x="0" y="0"/>
                </a:lnTo>
                <a:close/>
              </a:path>
            </a:pathLst>
          </a:custGeom>
          <a:blipFill>
            <a:blip r:embed="rId4"/>
            <a:stretch>
              <a:fillRect/>
            </a:stretch>
          </a:blipFill>
        </p:spPr>
        <p:txBody>
          <a:bodyPr/>
          <a:lstStyle/>
          <a:p>
            <a:endParaRPr lang="en-CA"/>
          </a:p>
        </p:txBody>
      </p:sp>
      <p:grpSp>
        <p:nvGrpSpPr>
          <p:cNvPr id="6" name="Group 6"/>
          <p:cNvGrpSpPr/>
          <p:nvPr/>
        </p:nvGrpSpPr>
        <p:grpSpPr>
          <a:xfrm>
            <a:off x="4403010" y="1028700"/>
            <a:ext cx="9882030" cy="7666092"/>
            <a:chOff x="0" y="0"/>
            <a:chExt cx="13176040" cy="10221456"/>
          </a:xfrm>
        </p:grpSpPr>
        <p:sp>
          <p:nvSpPr>
            <p:cNvPr id="7" name="TextBox 7"/>
            <p:cNvSpPr txBox="1"/>
            <p:nvPr/>
          </p:nvSpPr>
          <p:spPr>
            <a:xfrm>
              <a:off x="97306" y="771525"/>
              <a:ext cx="13078734" cy="8177551"/>
            </a:xfrm>
            <a:prstGeom prst="rect">
              <a:avLst/>
            </a:prstGeom>
          </p:spPr>
          <p:txBody>
            <a:bodyPr lIns="0" tIns="0" rIns="0" bIns="0" rtlCol="0" anchor="t">
              <a:spAutoFit/>
            </a:bodyPr>
            <a:lstStyle/>
            <a:p>
              <a:pPr algn="ctr">
                <a:lnSpc>
                  <a:spcPts val="15054"/>
                </a:lnSpc>
              </a:pPr>
              <a:r>
                <a:rPr lang="en-US" sz="19301" b="1" spc="-386">
                  <a:solidFill>
                    <a:srgbClr val="364FAB"/>
                  </a:solidFill>
                  <a:latin typeface="Code Pro Heavy"/>
                  <a:ea typeface="Code Pro Heavy"/>
                  <a:cs typeface="Code Pro Heavy"/>
                  <a:sym typeface="Code Pro Heavy"/>
                </a:rPr>
                <a:t>THE STORY OF </a:t>
              </a:r>
            </a:p>
          </p:txBody>
        </p:sp>
        <p:sp>
          <p:nvSpPr>
            <p:cNvPr id="8" name="TextBox 8"/>
            <p:cNvSpPr txBox="1"/>
            <p:nvPr/>
          </p:nvSpPr>
          <p:spPr>
            <a:xfrm>
              <a:off x="0" y="7938612"/>
              <a:ext cx="12738035" cy="2282845"/>
            </a:xfrm>
            <a:prstGeom prst="rect">
              <a:avLst/>
            </a:prstGeom>
          </p:spPr>
          <p:txBody>
            <a:bodyPr lIns="0" tIns="0" rIns="0" bIns="0" rtlCol="0" anchor="t">
              <a:spAutoFit/>
            </a:bodyPr>
            <a:lstStyle/>
            <a:p>
              <a:pPr algn="ctr">
                <a:lnSpc>
                  <a:spcPts val="9593"/>
                </a:lnSpc>
              </a:pPr>
              <a:r>
                <a:rPr lang="en-US" sz="12791" i="1" spc="-767">
                  <a:solidFill>
                    <a:srgbClr val="364FAB"/>
                  </a:solidFill>
                  <a:latin typeface="Times New Roman MT Italics"/>
                  <a:ea typeface="Times New Roman MT Italics"/>
                  <a:cs typeface="Times New Roman MT Italics"/>
                  <a:sym typeface="Times New Roman MT Italics"/>
                </a:rPr>
                <a:t>Freeze Pops</a:t>
              </a:r>
            </a:p>
          </p:txBody>
        </p:sp>
      </p:grpSp>
      <p:sp>
        <p:nvSpPr>
          <p:cNvPr id="9" name="Freeform 9"/>
          <p:cNvSpPr/>
          <p:nvPr/>
        </p:nvSpPr>
        <p:spPr>
          <a:xfrm rot="1457949">
            <a:off x="6244792" y="601596"/>
            <a:ext cx="917025" cy="1312380"/>
          </a:xfrm>
          <a:custGeom>
            <a:avLst/>
            <a:gdLst/>
            <a:ahLst/>
            <a:cxnLst/>
            <a:rect l="l" t="t" r="r" b="b"/>
            <a:pathLst>
              <a:path w="917025" h="1312380">
                <a:moveTo>
                  <a:pt x="0" y="0"/>
                </a:moveTo>
                <a:lnTo>
                  <a:pt x="917026" y="0"/>
                </a:lnTo>
                <a:lnTo>
                  <a:pt x="917026" y="1312379"/>
                </a:lnTo>
                <a:lnTo>
                  <a:pt x="0" y="13123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CA"/>
          </a:p>
        </p:txBody>
      </p:sp>
      <p:sp>
        <p:nvSpPr>
          <p:cNvPr id="10" name="TextBox 10"/>
          <p:cNvSpPr txBox="1"/>
          <p:nvPr/>
        </p:nvSpPr>
        <p:spPr>
          <a:xfrm>
            <a:off x="6015389" y="8716294"/>
            <a:ext cx="6257221" cy="403140"/>
          </a:xfrm>
          <a:prstGeom prst="rect">
            <a:avLst/>
          </a:prstGeom>
        </p:spPr>
        <p:txBody>
          <a:bodyPr lIns="0" tIns="0" rIns="0" bIns="0" rtlCol="0" anchor="t">
            <a:spAutoFit/>
          </a:bodyPr>
          <a:lstStyle/>
          <a:p>
            <a:pPr algn="ctr">
              <a:lnSpc>
                <a:spcPts val="3023"/>
              </a:lnSpc>
            </a:pPr>
            <a:r>
              <a:rPr lang="en-US" sz="2852" spc="456">
                <a:solidFill>
                  <a:srgbClr val="03489C"/>
                </a:solidFill>
                <a:latin typeface="Cinzel Decorative"/>
                <a:ea typeface="Cinzel Decorative"/>
                <a:cs typeface="Cinzel Decorative"/>
                <a:sym typeface="Cinzel Decorative"/>
              </a:rPr>
              <a:t>FREEZE THE FLAVOUR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1480" y="-525738"/>
            <a:ext cx="17249317" cy="11707974"/>
          </a:xfrm>
          <a:custGeom>
            <a:avLst/>
            <a:gdLst/>
            <a:ahLst/>
            <a:cxnLst/>
            <a:rect l="l" t="t" r="r" b="b"/>
            <a:pathLst>
              <a:path w="17249317" h="11707974">
                <a:moveTo>
                  <a:pt x="0" y="0"/>
                </a:moveTo>
                <a:lnTo>
                  <a:pt x="17249317" y="0"/>
                </a:lnTo>
                <a:lnTo>
                  <a:pt x="17249317" y="11707974"/>
                </a:lnTo>
                <a:lnTo>
                  <a:pt x="0" y="117079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3" name="Freeform 3"/>
          <p:cNvSpPr/>
          <p:nvPr/>
        </p:nvSpPr>
        <p:spPr>
          <a:xfrm>
            <a:off x="3214688" y="4620695"/>
            <a:ext cx="1849245" cy="4637605"/>
          </a:xfrm>
          <a:custGeom>
            <a:avLst/>
            <a:gdLst/>
            <a:ahLst/>
            <a:cxnLst/>
            <a:rect l="l" t="t" r="r" b="b"/>
            <a:pathLst>
              <a:path w="1849245" h="4637605">
                <a:moveTo>
                  <a:pt x="0" y="0"/>
                </a:moveTo>
                <a:lnTo>
                  <a:pt x="1849245" y="0"/>
                </a:lnTo>
                <a:lnTo>
                  <a:pt x="1849245" y="4637605"/>
                </a:lnTo>
                <a:lnTo>
                  <a:pt x="0" y="4637605"/>
                </a:lnTo>
                <a:lnTo>
                  <a:pt x="0" y="0"/>
                </a:lnTo>
                <a:close/>
              </a:path>
            </a:pathLst>
          </a:custGeom>
          <a:blipFill>
            <a:blip r:embed="rId4"/>
            <a:stretch>
              <a:fillRect/>
            </a:stretch>
          </a:blipFill>
        </p:spPr>
        <p:txBody>
          <a:bodyPr/>
          <a:lstStyle/>
          <a:p>
            <a:endParaRPr lang="en-CA"/>
          </a:p>
        </p:txBody>
      </p:sp>
      <p:sp>
        <p:nvSpPr>
          <p:cNvPr id="4" name="Freeform 4"/>
          <p:cNvSpPr/>
          <p:nvPr/>
        </p:nvSpPr>
        <p:spPr>
          <a:xfrm>
            <a:off x="6329362" y="6008246"/>
            <a:ext cx="4948677" cy="1862502"/>
          </a:xfrm>
          <a:custGeom>
            <a:avLst/>
            <a:gdLst/>
            <a:ahLst/>
            <a:cxnLst/>
            <a:rect l="l" t="t" r="r" b="b"/>
            <a:pathLst>
              <a:path w="4948677" h="1862502">
                <a:moveTo>
                  <a:pt x="0" y="0"/>
                </a:moveTo>
                <a:lnTo>
                  <a:pt x="4948677" y="0"/>
                </a:lnTo>
                <a:lnTo>
                  <a:pt x="4948677" y="1862502"/>
                </a:lnTo>
                <a:lnTo>
                  <a:pt x="0" y="186250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CA"/>
          </a:p>
        </p:txBody>
      </p:sp>
      <p:sp>
        <p:nvSpPr>
          <p:cNvPr id="5" name="Freeform 5"/>
          <p:cNvSpPr/>
          <p:nvPr/>
        </p:nvSpPr>
        <p:spPr>
          <a:xfrm>
            <a:off x="12544864" y="4779521"/>
            <a:ext cx="2860820" cy="4478779"/>
          </a:xfrm>
          <a:custGeom>
            <a:avLst/>
            <a:gdLst/>
            <a:ahLst/>
            <a:cxnLst/>
            <a:rect l="l" t="t" r="r" b="b"/>
            <a:pathLst>
              <a:path w="2860820" h="4478779">
                <a:moveTo>
                  <a:pt x="0" y="0"/>
                </a:moveTo>
                <a:lnTo>
                  <a:pt x="2860820" y="0"/>
                </a:lnTo>
                <a:lnTo>
                  <a:pt x="2860820" y="4478779"/>
                </a:lnTo>
                <a:lnTo>
                  <a:pt x="0" y="4478779"/>
                </a:lnTo>
                <a:lnTo>
                  <a:pt x="0" y="0"/>
                </a:lnTo>
                <a:close/>
              </a:path>
            </a:pathLst>
          </a:custGeom>
          <a:blipFill>
            <a:blip r:embed="rId7"/>
            <a:stretch>
              <a:fillRect/>
            </a:stretch>
          </a:blipFill>
        </p:spPr>
        <p:txBody>
          <a:bodyPr/>
          <a:lstStyle/>
          <a:p>
            <a:endParaRPr lang="en-CA"/>
          </a:p>
        </p:txBody>
      </p:sp>
      <p:sp>
        <p:nvSpPr>
          <p:cNvPr id="6" name="Freeform 6"/>
          <p:cNvSpPr/>
          <p:nvPr/>
        </p:nvSpPr>
        <p:spPr>
          <a:xfrm rot="10304674">
            <a:off x="13188205" y="3680905"/>
            <a:ext cx="1231238" cy="1567069"/>
          </a:xfrm>
          <a:custGeom>
            <a:avLst/>
            <a:gdLst/>
            <a:ahLst/>
            <a:cxnLst/>
            <a:rect l="l" t="t" r="r" b="b"/>
            <a:pathLst>
              <a:path w="1231238" h="1567069">
                <a:moveTo>
                  <a:pt x="0" y="0"/>
                </a:moveTo>
                <a:lnTo>
                  <a:pt x="1231238" y="0"/>
                </a:lnTo>
                <a:lnTo>
                  <a:pt x="1231238" y="1567069"/>
                </a:lnTo>
                <a:lnTo>
                  <a:pt x="0" y="1567069"/>
                </a:lnTo>
                <a:lnTo>
                  <a:pt x="0" y="0"/>
                </a:lnTo>
                <a:close/>
              </a:path>
            </a:pathLst>
          </a:custGeom>
          <a:blipFill>
            <a:blip r:embed="rId8"/>
            <a:stretch>
              <a:fillRect l="-149489" t="-298150" r="-1984"/>
            </a:stretch>
          </a:blipFill>
        </p:spPr>
        <p:txBody>
          <a:bodyPr/>
          <a:lstStyle/>
          <a:p>
            <a:endParaRPr lang="en-CA"/>
          </a:p>
        </p:txBody>
      </p:sp>
      <p:sp>
        <p:nvSpPr>
          <p:cNvPr id="7" name="Freeform 7"/>
          <p:cNvSpPr/>
          <p:nvPr/>
        </p:nvSpPr>
        <p:spPr>
          <a:xfrm rot="-866754">
            <a:off x="434867" y="2999630"/>
            <a:ext cx="1546324" cy="1722923"/>
          </a:xfrm>
          <a:custGeom>
            <a:avLst/>
            <a:gdLst/>
            <a:ahLst/>
            <a:cxnLst/>
            <a:rect l="l" t="t" r="r" b="b"/>
            <a:pathLst>
              <a:path w="1546324" h="1722923">
                <a:moveTo>
                  <a:pt x="0" y="0"/>
                </a:moveTo>
                <a:lnTo>
                  <a:pt x="1546323" y="0"/>
                </a:lnTo>
                <a:lnTo>
                  <a:pt x="1546323" y="1722923"/>
                </a:lnTo>
                <a:lnTo>
                  <a:pt x="0" y="172292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CA"/>
          </a:p>
        </p:txBody>
      </p:sp>
      <p:sp>
        <p:nvSpPr>
          <p:cNvPr id="8" name="Freeform 8"/>
          <p:cNvSpPr/>
          <p:nvPr/>
        </p:nvSpPr>
        <p:spPr>
          <a:xfrm>
            <a:off x="671355" y="6939497"/>
            <a:ext cx="1100249" cy="977847"/>
          </a:xfrm>
          <a:custGeom>
            <a:avLst/>
            <a:gdLst/>
            <a:ahLst/>
            <a:cxnLst/>
            <a:rect l="l" t="t" r="r" b="b"/>
            <a:pathLst>
              <a:path w="1100249" h="977847">
                <a:moveTo>
                  <a:pt x="0" y="0"/>
                </a:moveTo>
                <a:lnTo>
                  <a:pt x="1100250" y="0"/>
                </a:lnTo>
                <a:lnTo>
                  <a:pt x="1100250" y="977847"/>
                </a:lnTo>
                <a:lnTo>
                  <a:pt x="0" y="97784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CA"/>
          </a:p>
        </p:txBody>
      </p:sp>
      <p:sp>
        <p:nvSpPr>
          <p:cNvPr id="9" name="Freeform 9"/>
          <p:cNvSpPr/>
          <p:nvPr/>
        </p:nvSpPr>
        <p:spPr>
          <a:xfrm>
            <a:off x="1028700" y="7824277"/>
            <a:ext cx="1221036" cy="977847"/>
          </a:xfrm>
          <a:custGeom>
            <a:avLst/>
            <a:gdLst/>
            <a:ahLst/>
            <a:cxnLst/>
            <a:rect l="l" t="t" r="r" b="b"/>
            <a:pathLst>
              <a:path w="1221036" h="977847">
                <a:moveTo>
                  <a:pt x="0" y="0"/>
                </a:moveTo>
                <a:lnTo>
                  <a:pt x="1221036" y="0"/>
                </a:lnTo>
                <a:lnTo>
                  <a:pt x="1221036" y="977847"/>
                </a:lnTo>
                <a:lnTo>
                  <a:pt x="0" y="97784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CA"/>
          </a:p>
        </p:txBody>
      </p:sp>
      <p:sp>
        <p:nvSpPr>
          <p:cNvPr id="10" name="Freeform 10"/>
          <p:cNvSpPr/>
          <p:nvPr/>
        </p:nvSpPr>
        <p:spPr>
          <a:xfrm>
            <a:off x="449521" y="8546398"/>
            <a:ext cx="1158357" cy="977847"/>
          </a:xfrm>
          <a:custGeom>
            <a:avLst/>
            <a:gdLst/>
            <a:ahLst/>
            <a:cxnLst/>
            <a:rect l="l" t="t" r="r" b="b"/>
            <a:pathLst>
              <a:path w="1158357" h="977847">
                <a:moveTo>
                  <a:pt x="0" y="0"/>
                </a:moveTo>
                <a:lnTo>
                  <a:pt x="1158358" y="0"/>
                </a:lnTo>
                <a:lnTo>
                  <a:pt x="1158358" y="977847"/>
                </a:lnTo>
                <a:lnTo>
                  <a:pt x="0" y="97784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CA"/>
          </a:p>
        </p:txBody>
      </p:sp>
      <p:sp>
        <p:nvSpPr>
          <p:cNvPr id="11" name="Freeform 11"/>
          <p:cNvSpPr/>
          <p:nvPr/>
        </p:nvSpPr>
        <p:spPr>
          <a:xfrm rot="695923">
            <a:off x="16645840" y="6450277"/>
            <a:ext cx="1226920" cy="1357588"/>
          </a:xfrm>
          <a:custGeom>
            <a:avLst/>
            <a:gdLst/>
            <a:ahLst/>
            <a:cxnLst/>
            <a:rect l="l" t="t" r="r" b="b"/>
            <a:pathLst>
              <a:path w="1226920" h="1357588">
                <a:moveTo>
                  <a:pt x="0" y="0"/>
                </a:moveTo>
                <a:lnTo>
                  <a:pt x="1226920" y="0"/>
                </a:lnTo>
                <a:lnTo>
                  <a:pt x="1226920" y="1357588"/>
                </a:lnTo>
                <a:lnTo>
                  <a:pt x="0" y="135758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CA"/>
          </a:p>
        </p:txBody>
      </p:sp>
      <p:sp>
        <p:nvSpPr>
          <p:cNvPr id="12" name="TextBox 12"/>
          <p:cNvSpPr txBox="1"/>
          <p:nvPr/>
        </p:nvSpPr>
        <p:spPr>
          <a:xfrm>
            <a:off x="1434838" y="1916651"/>
            <a:ext cx="14646800" cy="2209432"/>
          </a:xfrm>
          <a:prstGeom prst="rect">
            <a:avLst/>
          </a:prstGeom>
        </p:spPr>
        <p:txBody>
          <a:bodyPr lIns="0" tIns="0" rIns="0" bIns="0" rtlCol="0" anchor="t">
            <a:spAutoFit/>
          </a:bodyPr>
          <a:lstStyle/>
          <a:p>
            <a:pPr algn="ctr">
              <a:lnSpc>
                <a:spcPts val="4489"/>
              </a:lnSpc>
            </a:pPr>
            <a:r>
              <a:rPr lang="en-US" sz="3207">
                <a:solidFill>
                  <a:srgbClr val="000000"/>
                </a:solidFill>
                <a:latin typeface="Roboto"/>
                <a:ea typeface="Roboto"/>
                <a:cs typeface="Roboto"/>
                <a:sym typeface="Roboto"/>
              </a:rPr>
              <a:t>It all started when I was thinking of a product to create....to express and be people’s interest...</a:t>
            </a:r>
          </a:p>
          <a:p>
            <a:pPr algn="ctr">
              <a:lnSpc>
                <a:spcPts val="4489"/>
              </a:lnSpc>
            </a:pPr>
            <a:endParaRPr lang="en-US" sz="3207">
              <a:solidFill>
                <a:srgbClr val="000000"/>
              </a:solidFill>
              <a:latin typeface="Roboto"/>
              <a:ea typeface="Roboto"/>
              <a:cs typeface="Roboto"/>
              <a:sym typeface="Roboto"/>
            </a:endParaRPr>
          </a:p>
          <a:p>
            <a:pPr algn="ctr">
              <a:lnSpc>
                <a:spcPts val="4489"/>
              </a:lnSpc>
            </a:pPr>
            <a:r>
              <a:rPr lang="en-US" sz="3207">
                <a:solidFill>
                  <a:srgbClr val="000000"/>
                </a:solidFill>
                <a:latin typeface="Roboto"/>
                <a:ea typeface="Roboto"/>
                <a:cs typeface="Roboto"/>
                <a:sym typeface="Roboto"/>
              </a:rPr>
              <a:t>That said, I created freezepops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28888" y="1148660"/>
            <a:ext cx="13709762" cy="8138215"/>
          </a:xfrm>
          <a:custGeom>
            <a:avLst/>
            <a:gdLst/>
            <a:ahLst/>
            <a:cxnLst/>
            <a:rect l="l" t="t" r="r" b="b"/>
            <a:pathLst>
              <a:path w="13709762" h="8138215">
                <a:moveTo>
                  <a:pt x="0" y="0"/>
                </a:moveTo>
                <a:lnTo>
                  <a:pt x="13709762" y="0"/>
                </a:lnTo>
                <a:lnTo>
                  <a:pt x="13709762" y="8138215"/>
                </a:lnTo>
                <a:lnTo>
                  <a:pt x="0" y="8138215"/>
                </a:lnTo>
                <a:lnTo>
                  <a:pt x="0" y="0"/>
                </a:lnTo>
                <a:close/>
              </a:path>
            </a:pathLst>
          </a:custGeom>
          <a:blipFill>
            <a:blip r:embed="rId2"/>
            <a:stretch>
              <a:fillRect l="-70" t="-23667" r="-5778" b="-12128"/>
            </a:stretch>
          </a:blipFill>
        </p:spPr>
        <p:txBody>
          <a:bodyPr/>
          <a:lstStyle/>
          <a:p>
            <a:endParaRPr lang="en-CA"/>
          </a:p>
        </p:txBody>
      </p:sp>
      <p:grpSp>
        <p:nvGrpSpPr>
          <p:cNvPr id="3" name="Group 3"/>
          <p:cNvGrpSpPr/>
          <p:nvPr/>
        </p:nvGrpSpPr>
        <p:grpSpPr>
          <a:xfrm>
            <a:off x="2500312" y="9046845"/>
            <a:ext cx="13751243" cy="374332"/>
            <a:chOff x="0" y="0"/>
            <a:chExt cx="18334990" cy="499110"/>
          </a:xfrm>
        </p:grpSpPr>
        <p:sp>
          <p:nvSpPr>
            <p:cNvPr id="4" name="Freeform 4"/>
            <p:cNvSpPr/>
            <p:nvPr/>
          </p:nvSpPr>
          <p:spPr>
            <a:xfrm>
              <a:off x="50800" y="24894"/>
              <a:ext cx="18233478" cy="428377"/>
            </a:xfrm>
            <a:custGeom>
              <a:avLst/>
              <a:gdLst/>
              <a:ahLst/>
              <a:cxnLst/>
              <a:rect l="l" t="t" r="r" b="b"/>
              <a:pathLst>
                <a:path w="18233478" h="428377">
                  <a:moveTo>
                    <a:pt x="18155920" y="185926"/>
                  </a:moveTo>
                  <a:cubicBezTo>
                    <a:pt x="14196061" y="206246"/>
                    <a:pt x="14164311" y="240536"/>
                    <a:pt x="14070330" y="257046"/>
                  </a:cubicBezTo>
                  <a:cubicBezTo>
                    <a:pt x="13968730" y="274826"/>
                    <a:pt x="13863320" y="283716"/>
                    <a:pt x="13754100" y="288796"/>
                  </a:cubicBezTo>
                  <a:cubicBezTo>
                    <a:pt x="13634720" y="296416"/>
                    <a:pt x="13467080" y="282446"/>
                    <a:pt x="13380720" y="292606"/>
                  </a:cubicBezTo>
                  <a:cubicBezTo>
                    <a:pt x="13333730" y="297686"/>
                    <a:pt x="13317220" y="311656"/>
                    <a:pt x="13274039" y="316736"/>
                  </a:cubicBezTo>
                  <a:cubicBezTo>
                    <a:pt x="13208000" y="324356"/>
                    <a:pt x="13100050" y="312926"/>
                    <a:pt x="13023850" y="319276"/>
                  </a:cubicBezTo>
                  <a:cubicBezTo>
                    <a:pt x="12959080" y="323086"/>
                    <a:pt x="12929870" y="337056"/>
                    <a:pt x="12844780" y="342136"/>
                  </a:cubicBezTo>
                  <a:cubicBezTo>
                    <a:pt x="12635230" y="356106"/>
                    <a:pt x="11959589" y="330706"/>
                    <a:pt x="11751310" y="345946"/>
                  </a:cubicBezTo>
                  <a:cubicBezTo>
                    <a:pt x="11667489" y="352296"/>
                    <a:pt x="11640820" y="366266"/>
                    <a:pt x="11574780" y="371346"/>
                  </a:cubicBezTo>
                  <a:cubicBezTo>
                    <a:pt x="11492230" y="377696"/>
                    <a:pt x="11379199" y="372616"/>
                    <a:pt x="11296649" y="372616"/>
                  </a:cubicBezTo>
                  <a:cubicBezTo>
                    <a:pt x="11229339" y="372616"/>
                    <a:pt x="11162030" y="377696"/>
                    <a:pt x="11115039" y="371346"/>
                  </a:cubicBezTo>
                  <a:cubicBezTo>
                    <a:pt x="11082020" y="366266"/>
                    <a:pt x="11070589" y="353566"/>
                    <a:pt x="11035030" y="348486"/>
                  </a:cubicBezTo>
                  <a:cubicBezTo>
                    <a:pt x="10965180" y="339596"/>
                    <a:pt x="10794999" y="356106"/>
                    <a:pt x="10723880" y="347216"/>
                  </a:cubicBezTo>
                  <a:cubicBezTo>
                    <a:pt x="10687049" y="342136"/>
                    <a:pt x="10676889" y="330706"/>
                    <a:pt x="10641330" y="325626"/>
                  </a:cubicBezTo>
                  <a:cubicBezTo>
                    <a:pt x="10574020" y="316736"/>
                    <a:pt x="10420349" y="330706"/>
                    <a:pt x="10350499" y="321816"/>
                  </a:cubicBezTo>
                  <a:cubicBezTo>
                    <a:pt x="10308589" y="316736"/>
                    <a:pt x="10299699" y="304036"/>
                    <a:pt x="10251439" y="297686"/>
                  </a:cubicBezTo>
                  <a:cubicBezTo>
                    <a:pt x="10129520" y="283716"/>
                    <a:pt x="9701530" y="310386"/>
                    <a:pt x="9591039" y="293876"/>
                  </a:cubicBezTo>
                  <a:cubicBezTo>
                    <a:pt x="9552939" y="288796"/>
                    <a:pt x="9550399" y="277366"/>
                    <a:pt x="9516110" y="272286"/>
                  </a:cubicBezTo>
                  <a:cubicBezTo>
                    <a:pt x="9448799" y="263396"/>
                    <a:pt x="9286239" y="277366"/>
                    <a:pt x="9210039" y="269746"/>
                  </a:cubicBezTo>
                  <a:cubicBezTo>
                    <a:pt x="9163049" y="265936"/>
                    <a:pt x="9160510" y="254506"/>
                    <a:pt x="9099549" y="248156"/>
                  </a:cubicBezTo>
                  <a:cubicBezTo>
                    <a:pt x="8827770" y="220216"/>
                    <a:pt x="7578089" y="229106"/>
                    <a:pt x="6830060" y="229106"/>
                  </a:cubicBezTo>
                  <a:cubicBezTo>
                    <a:pt x="6098540" y="227836"/>
                    <a:pt x="4917439" y="213866"/>
                    <a:pt x="4660900" y="244346"/>
                  </a:cubicBezTo>
                  <a:cubicBezTo>
                    <a:pt x="4605020" y="250696"/>
                    <a:pt x="4605020" y="262126"/>
                    <a:pt x="4559300" y="267206"/>
                  </a:cubicBezTo>
                  <a:cubicBezTo>
                    <a:pt x="4474209" y="277366"/>
                    <a:pt x="4290059" y="263396"/>
                    <a:pt x="4182109" y="269746"/>
                  </a:cubicBezTo>
                  <a:cubicBezTo>
                    <a:pt x="4099559" y="274826"/>
                    <a:pt x="4053839" y="288796"/>
                    <a:pt x="3963670" y="293876"/>
                  </a:cubicBezTo>
                  <a:cubicBezTo>
                    <a:pt x="3818889" y="301496"/>
                    <a:pt x="3517900" y="286256"/>
                    <a:pt x="3394709" y="295146"/>
                  </a:cubicBezTo>
                  <a:cubicBezTo>
                    <a:pt x="3333750" y="300226"/>
                    <a:pt x="3319780" y="316736"/>
                    <a:pt x="3258820" y="315466"/>
                  </a:cubicBezTo>
                  <a:cubicBezTo>
                    <a:pt x="3138169" y="314196"/>
                    <a:pt x="2886710" y="232916"/>
                    <a:pt x="2715260" y="217676"/>
                  </a:cubicBezTo>
                  <a:cubicBezTo>
                    <a:pt x="2564130" y="203706"/>
                    <a:pt x="2406650" y="224026"/>
                    <a:pt x="2287269" y="217676"/>
                  </a:cubicBezTo>
                  <a:cubicBezTo>
                    <a:pt x="2200910" y="212596"/>
                    <a:pt x="2161540" y="198626"/>
                    <a:pt x="2063750" y="193546"/>
                  </a:cubicBezTo>
                  <a:cubicBezTo>
                    <a:pt x="1879600" y="183386"/>
                    <a:pt x="1428750" y="171956"/>
                    <a:pt x="1261110" y="191006"/>
                  </a:cubicBezTo>
                  <a:cubicBezTo>
                    <a:pt x="1183640" y="201166"/>
                    <a:pt x="1164590" y="221486"/>
                    <a:pt x="1092200" y="232916"/>
                  </a:cubicBezTo>
                  <a:cubicBezTo>
                    <a:pt x="969010" y="251966"/>
                    <a:pt x="728980" y="244346"/>
                    <a:pt x="585469" y="267206"/>
                  </a:cubicBezTo>
                  <a:cubicBezTo>
                    <a:pt x="476250" y="284986"/>
                    <a:pt x="388619" y="325626"/>
                    <a:pt x="299720" y="342136"/>
                  </a:cubicBezTo>
                  <a:cubicBezTo>
                    <a:pt x="226060" y="356106"/>
                    <a:pt x="134620" y="370076"/>
                    <a:pt x="91440" y="368806"/>
                  </a:cubicBezTo>
                  <a:cubicBezTo>
                    <a:pt x="73660" y="368806"/>
                    <a:pt x="63500" y="367536"/>
                    <a:pt x="52070" y="362456"/>
                  </a:cubicBezTo>
                  <a:cubicBezTo>
                    <a:pt x="39370" y="357376"/>
                    <a:pt x="27940" y="349756"/>
                    <a:pt x="19050" y="338326"/>
                  </a:cubicBezTo>
                  <a:cubicBezTo>
                    <a:pt x="8890" y="324356"/>
                    <a:pt x="0" y="298956"/>
                    <a:pt x="0" y="281176"/>
                  </a:cubicBezTo>
                  <a:cubicBezTo>
                    <a:pt x="1270" y="262126"/>
                    <a:pt x="11430" y="239266"/>
                    <a:pt x="24130" y="225296"/>
                  </a:cubicBezTo>
                  <a:cubicBezTo>
                    <a:pt x="36830" y="211326"/>
                    <a:pt x="45720" y="207516"/>
                    <a:pt x="78740" y="199896"/>
                  </a:cubicBezTo>
                  <a:cubicBezTo>
                    <a:pt x="313690" y="146556"/>
                    <a:pt x="2734310" y="192276"/>
                    <a:pt x="3058160" y="198626"/>
                  </a:cubicBezTo>
                  <a:cubicBezTo>
                    <a:pt x="3120390" y="199896"/>
                    <a:pt x="3130550" y="197356"/>
                    <a:pt x="3171190" y="203706"/>
                  </a:cubicBezTo>
                  <a:cubicBezTo>
                    <a:pt x="3221990" y="211326"/>
                    <a:pt x="3260090" y="237996"/>
                    <a:pt x="3337559" y="249426"/>
                  </a:cubicBezTo>
                  <a:cubicBezTo>
                    <a:pt x="3501390" y="271016"/>
                    <a:pt x="3991609" y="269746"/>
                    <a:pt x="4119880" y="249426"/>
                  </a:cubicBezTo>
                  <a:cubicBezTo>
                    <a:pt x="4163059" y="243076"/>
                    <a:pt x="4165600" y="231646"/>
                    <a:pt x="4203700" y="222756"/>
                  </a:cubicBezTo>
                  <a:cubicBezTo>
                    <a:pt x="4273550" y="204976"/>
                    <a:pt x="4452620" y="174496"/>
                    <a:pt x="4513580" y="175766"/>
                  </a:cubicBezTo>
                  <a:cubicBezTo>
                    <a:pt x="4537709" y="177036"/>
                    <a:pt x="4551680" y="175766"/>
                    <a:pt x="4565650" y="187196"/>
                  </a:cubicBezTo>
                  <a:cubicBezTo>
                    <a:pt x="4584700" y="198626"/>
                    <a:pt x="4606290" y="230376"/>
                    <a:pt x="4608830" y="253236"/>
                  </a:cubicBezTo>
                  <a:cubicBezTo>
                    <a:pt x="4610100" y="277366"/>
                    <a:pt x="4592320" y="311656"/>
                    <a:pt x="4575809" y="326896"/>
                  </a:cubicBezTo>
                  <a:cubicBezTo>
                    <a:pt x="4563109" y="338326"/>
                    <a:pt x="4544059" y="345946"/>
                    <a:pt x="4525009" y="344676"/>
                  </a:cubicBezTo>
                  <a:cubicBezTo>
                    <a:pt x="4503420" y="343406"/>
                    <a:pt x="4469130" y="325626"/>
                    <a:pt x="4455159" y="309116"/>
                  </a:cubicBezTo>
                  <a:cubicBezTo>
                    <a:pt x="4443730" y="295146"/>
                    <a:pt x="4437380" y="274826"/>
                    <a:pt x="4439920" y="257046"/>
                  </a:cubicBezTo>
                  <a:cubicBezTo>
                    <a:pt x="4442459" y="235456"/>
                    <a:pt x="4461509" y="201166"/>
                    <a:pt x="4479290" y="188466"/>
                  </a:cubicBezTo>
                  <a:cubicBezTo>
                    <a:pt x="4493259" y="177036"/>
                    <a:pt x="4514850" y="174496"/>
                    <a:pt x="4531359" y="175766"/>
                  </a:cubicBezTo>
                  <a:cubicBezTo>
                    <a:pt x="4547870" y="177036"/>
                    <a:pt x="4568190" y="185926"/>
                    <a:pt x="4580890" y="197356"/>
                  </a:cubicBezTo>
                  <a:cubicBezTo>
                    <a:pt x="4593590" y="208786"/>
                    <a:pt x="4603750" y="227836"/>
                    <a:pt x="4607559" y="244346"/>
                  </a:cubicBezTo>
                  <a:cubicBezTo>
                    <a:pt x="4610100" y="262126"/>
                    <a:pt x="4608830" y="282446"/>
                    <a:pt x="4599940" y="297686"/>
                  </a:cubicBezTo>
                  <a:cubicBezTo>
                    <a:pt x="4588509" y="316736"/>
                    <a:pt x="4564380" y="331976"/>
                    <a:pt x="4535170" y="343406"/>
                  </a:cubicBezTo>
                  <a:cubicBezTo>
                    <a:pt x="4483100" y="364996"/>
                    <a:pt x="4373880" y="361186"/>
                    <a:pt x="4301490" y="375156"/>
                  </a:cubicBezTo>
                  <a:cubicBezTo>
                    <a:pt x="4236720" y="387856"/>
                    <a:pt x="4194809" y="411986"/>
                    <a:pt x="4119880" y="420876"/>
                  </a:cubicBezTo>
                  <a:cubicBezTo>
                    <a:pt x="3997959" y="436116"/>
                    <a:pt x="3776980" y="423416"/>
                    <a:pt x="3637280" y="423416"/>
                  </a:cubicBezTo>
                  <a:cubicBezTo>
                    <a:pt x="3530600" y="422146"/>
                    <a:pt x="3441700" y="431036"/>
                    <a:pt x="3354070" y="419606"/>
                  </a:cubicBezTo>
                  <a:cubicBezTo>
                    <a:pt x="3279140" y="410716"/>
                    <a:pt x="3257550" y="381506"/>
                    <a:pt x="3145790" y="367536"/>
                  </a:cubicBezTo>
                  <a:cubicBezTo>
                    <a:pt x="2722880" y="314196"/>
                    <a:pt x="306070" y="431036"/>
                    <a:pt x="71120" y="367536"/>
                  </a:cubicBezTo>
                  <a:cubicBezTo>
                    <a:pt x="38100" y="359916"/>
                    <a:pt x="30480" y="352296"/>
                    <a:pt x="19050" y="338326"/>
                  </a:cubicBezTo>
                  <a:cubicBezTo>
                    <a:pt x="7620" y="323086"/>
                    <a:pt x="0" y="297686"/>
                    <a:pt x="0" y="281176"/>
                  </a:cubicBezTo>
                  <a:cubicBezTo>
                    <a:pt x="0" y="265936"/>
                    <a:pt x="3810" y="253236"/>
                    <a:pt x="11430" y="241806"/>
                  </a:cubicBezTo>
                  <a:cubicBezTo>
                    <a:pt x="21590" y="227836"/>
                    <a:pt x="34290" y="213866"/>
                    <a:pt x="58420" y="203706"/>
                  </a:cubicBezTo>
                  <a:cubicBezTo>
                    <a:pt x="106680" y="183386"/>
                    <a:pt x="226060" y="197356"/>
                    <a:pt x="307340" y="180846"/>
                  </a:cubicBezTo>
                  <a:cubicBezTo>
                    <a:pt x="387350" y="163066"/>
                    <a:pt x="447040" y="119886"/>
                    <a:pt x="542290" y="102106"/>
                  </a:cubicBezTo>
                  <a:cubicBezTo>
                    <a:pt x="679450" y="75436"/>
                    <a:pt x="956309" y="90676"/>
                    <a:pt x="1054100" y="71626"/>
                  </a:cubicBezTo>
                  <a:cubicBezTo>
                    <a:pt x="1093469" y="64006"/>
                    <a:pt x="1106169" y="51306"/>
                    <a:pt x="1136650" y="43686"/>
                  </a:cubicBezTo>
                  <a:cubicBezTo>
                    <a:pt x="1173480" y="34796"/>
                    <a:pt x="1201419" y="29716"/>
                    <a:pt x="1261110" y="25906"/>
                  </a:cubicBezTo>
                  <a:cubicBezTo>
                    <a:pt x="1412239" y="15746"/>
                    <a:pt x="1924050" y="23366"/>
                    <a:pt x="2067559" y="25906"/>
                  </a:cubicBezTo>
                  <a:cubicBezTo>
                    <a:pt x="2120900" y="27176"/>
                    <a:pt x="2142490" y="25906"/>
                    <a:pt x="2175509" y="30986"/>
                  </a:cubicBezTo>
                  <a:cubicBezTo>
                    <a:pt x="2204719" y="34796"/>
                    <a:pt x="2217419" y="44956"/>
                    <a:pt x="2256790" y="50036"/>
                  </a:cubicBezTo>
                  <a:cubicBezTo>
                    <a:pt x="2354580" y="64006"/>
                    <a:pt x="2621280" y="42416"/>
                    <a:pt x="2781300" y="60196"/>
                  </a:cubicBezTo>
                  <a:cubicBezTo>
                    <a:pt x="2921000" y="74166"/>
                    <a:pt x="3075940" y="126236"/>
                    <a:pt x="3167380" y="135126"/>
                  </a:cubicBezTo>
                  <a:cubicBezTo>
                    <a:pt x="3216909" y="140206"/>
                    <a:pt x="3243580" y="137666"/>
                    <a:pt x="3281680" y="136396"/>
                  </a:cubicBezTo>
                  <a:cubicBezTo>
                    <a:pt x="3319780" y="133856"/>
                    <a:pt x="3341370" y="126236"/>
                    <a:pt x="3394709" y="123696"/>
                  </a:cubicBezTo>
                  <a:cubicBezTo>
                    <a:pt x="3521709" y="116076"/>
                    <a:pt x="3921759" y="133856"/>
                    <a:pt x="4043680" y="119886"/>
                  </a:cubicBezTo>
                  <a:cubicBezTo>
                    <a:pt x="4093209" y="114806"/>
                    <a:pt x="4099559" y="103376"/>
                    <a:pt x="4145280" y="98296"/>
                  </a:cubicBezTo>
                  <a:cubicBezTo>
                    <a:pt x="4239259" y="88136"/>
                    <a:pt x="4491989" y="108456"/>
                    <a:pt x="4578350" y="95756"/>
                  </a:cubicBezTo>
                  <a:cubicBezTo>
                    <a:pt x="4615180" y="90676"/>
                    <a:pt x="4611369" y="80516"/>
                    <a:pt x="4655819" y="74166"/>
                  </a:cubicBezTo>
                  <a:cubicBezTo>
                    <a:pt x="4885689" y="43686"/>
                    <a:pt x="6106159" y="89406"/>
                    <a:pt x="6830059" y="89406"/>
                  </a:cubicBezTo>
                  <a:cubicBezTo>
                    <a:pt x="7551420" y="89406"/>
                    <a:pt x="8670289" y="52576"/>
                    <a:pt x="8991599" y="74166"/>
                  </a:cubicBezTo>
                  <a:cubicBezTo>
                    <a:pt x="9084309" y="80516"/>
                    <a:pt x="9100820" y="94486"/>
                    <a:pt x="9169399" y="99566"/>
                  </a:cubicBezTo>
                  <a:cubicBezTo>
                    <a:pt x="9262109" y="105916"/>
                    <a:pt x="9420859" y="91946"/>
                    <a:pt x="9498330" y="100836"/>
                  </a:cubicBezTo>
                  <a:cubicBezTo>
                    <a:pt x="9541509" y="105916"/>
                    <a:pt x="9550399" y="118616"/>
                    <a:pt x="9597389" y="124966"/>
                  </a:cubicBezTo>
                  <a:cubicBezTo>
                    <a:pt x="9711689" y="138936"/>
                    <a:pt x="10066020" y="114806"/>
                    <a:pt x="10191749" y="124966"/>
                  </a:cubicBezTo>
                  <a:cubicBezTo>
                    <a:pt x="10251439" y="131316"/>
                    <a:pt x="10269220" y="144016"/>
                    <a:pt x="10322559" y="149096"/>
                  </a:cubicBezTo>
                  <a:cubicBezTo>
                    <a:pt x="10402570" y="156716"/>
                    <a:pt x="10553699" y="141476"/>
                    <a:pt x="10627359" y="150366"/>
                  </a:cubicBezTo>
                  <a:cubicBezTo>
                    <a:pt x="10671809" y="154176"/>
                    <a:pt x="10688320" y="168146"/>
                    <a:pt x="10731499" y="173226"/>
                  </a:cubicBezTo>
                  <a:cubicBezTo>
                    <a:pt x="10798809" y="180846"/>
                    <a:pt x="10915649" y="166876"/>
                    <a:pt x="10994389" y="173226"/>
                  </a:cubicBezTo>
                  <a:cubicBezTo>
                    <a:pt x="11060430" y="177036"/>
                    <a:pt x="11103609" y="193546"/>
                    <a:pt x="11174730" y="198626"/>
                  </a:cubicBezTo>
                  <a:cubicBezTo>
                    <a:pt x="11276330" y="204976"/>
                    <a:pt x="11441430" y="204976"/>
                    <a:pt x="11546839" y="198626"/>
                  </a:cubicBezTo>
                  <a:cubicBezTo>
                    <a:pt x="11625580" y="193546"/>
                    <a:pt x="11656059" y="179576"/>
                    <a:pt x="11751309" y="174496"/>
                  </a:cubicBezTo>
                  <a:cubicBezTo>
                    <a:pt x="11972289" y="160526"/>
                    <a:pt x="12699999" y="191006"/>
                    <a:pt x="12858749" y="171956"/>
                  </a:cubicBezTo>
                  <a:cubicBezTo>
                    <a:pt x="12904470" y="166876"/>
                    <a:pt x="12900659" y="156716"/>
                    <a:pt x="12943839" y="151636"/>
                  </a:cubicBezTo>
                  <a:cubicBezTo>
                    <a:pt x="13081000" y="132586"/>
                    <a:pt x="13611859" y="135126"/>
                    <a:pt x="13812520" y="119886"/>
                  </a:cubicBezTo>
                  <a:cubicBezTo>
                    <a:pt x="13917929" y="112266"/>
                    <a:pt x="13987779" y="108456"/>
                    <a:pt x="14053820" y="94486"/>
                  </a:cubicBezTo>
                  <a:cubicBezTo>
                    <a:pt x="14103350" y="83056"/>
                    <a:pt x="14135100" y="62736"/>
                    <a:pt x="14179550" y="51306"/>
                  </a:cubicBezTo>
                  <a:cubicBezTo>
                    <a:pt x="14229079" y="39876"/>
                    <a:pt x="14250670" y="34796"/>
                    <a:pt x="14339570" y="28446"/>
                  </a:cubicBezTo>
                  <a:cubicBezTo>
                    <a:pt x="14772639" y="-2034"/>
                    <a:pt x="17893029" y="-17274"/>
                    <a:pt x="18155920" y="30986"/>
                  </a:cubicBezTo>
                  <a:cubicBezTo>
                    <a:pt x="18187670" y="37336"/>
                    <a:pt x="18195289" y="39876"/>
                    <a:pt x="18207989" y="51306"/>
                  </a:cubicBezTo>
                  <a:cubicBezTo>
                    <a:pt x="18220689" y="62736"/>
                    <a:pt x="18232120" y="81786"/>
                    <a:pt x="18233389" y="99566"/>
                  </a:cubicBezTo>
                  <a:cubicBezTo>
                    <a:pt x="18234659" y="119886"/>
                    <a:pt x="18221959" y="152906"/>
                    <a:pt x="18207989" y="166876"/>
                  </a:cubicBezTo>
                  <a:cubicBezTo>
                    <a:pt x="18195289" y="179576"/>
                    <a:pt x="18155920" y="185926"/>
                    <a:pt x="18155920" y="185926"/>
                  </a:cubicBezTo>
                </a:path>
              </a:pathLst>
            </a:custGeom>
            <a:solidFill>
              <a:srgbClr val="E7191F"/>
            </a:solidFill>
            <a:ln cap="sq">
              <a:noFill/>
              <a:prstDash val="solid"/>
              <a:miter/>
            </a:ln>
          </p:spPr>
          <p:txBody>
            <a:bodyPr/>
            <a:lstStyle/>
            <a:p>
              <a:endParaRPr lang="en-CA"/>
            </a:p>
          </p:txBody>
        </p:sp>
      </p:grpSp>
      <p:grpSp>
        <p:nvGrpSpPr>
          <p:cNvPr id="5" name="Group 5"/>
          <p:cNvGrpSpPr/>
          <p:nvPr/>
        </p:nvGrpSpPr>
        <p:grpSpPr>
          <a:xfrm>
            <a:off x="10784205" y="9080182"/>
            <a:ext cx="5467350" cy="395288"/>
            <a:chOff x="0" y="0"/>
            <a:chExt cx="7289800" cy="527050"/>
          </a:xfrm>
        </p:grpSpPr>
        <p:sp>
          <p:nvSpPr>
            <p:cNvPr id="6" name="Freeform 6"/>
            <p:cNvSpPr/>
            <p:nvPr/>
          </p:nvSpPr>
          <p:spPr>
            <a:xfrm>
              <a:off x="50221" y="32977"/>
              <a:ext cx="7187606" cy="446814"/>
            </a:xfrm>
            <a:custGeom>
              <a:avLst/>
              <a:gdLst/>
              <a:ahLst/>
              <a:cxnLst/>
              <a:rect l="l" t="t" r="r" b="b"/>
              <a:pathLst>
                <a:path w="7187606" h="446814">
                  <a:moveTo>
                    <a:pt x="7111309" y="233723"/>
                  </a:moveTo>
                  <a:cubicBezTo>
                    <a:pt x="6227389" y="229913"/>
                    <a:pt x="6171509" y="203243"/>
                    <a:pt x="5969579" y="191813"/>
                  </a:cubicBezTo>
                  <a:cubicBezTo>
                    <a:pt x="5439989" y="161333"/>
                    <a:pt x="3314009" y="237533"/>
                    <a:pt x="3075249" y="194353"/>
                  </a:cubicBezTo>
                  <a:cubicBezTo>
                    <a:pt x="3039689" y="188003"/>
                    <a:pt x="3032069" y="185463"/>
                    <a:pt x="3016829" y="172763"/>
                  </a:cubicBezTo>
                  <a:cubicBezTo>
                    <a:pt x="3002859" y="160063"/>
                    <a:pt x="2991429" y="134663"/>
                    <a:pt x="2987619" y="116883"/>
                  </a:cubicBezTo>
                  <a:cubicBezTo>
                    <a:pt x="2985079" y="102913"/>
                    <a:pt x="2988889" y="87673"/>
                    <a:pt x="2992699" y="74973"/>
                  </a:cubicBezTo>
                  <a:cubicBezTo>
                    <a:pt x="2997779" y="62273"/>
                    <a:pt x="3005399" y="49573"/>
                    <a:pt x="3016829" y="40683"/>
                  </a:cubicBezTo>
                  <a:cubicBezTo>
                    <a:pt x="3030799" y="30523"/>
                    <a:pt x="3042229" y="25443"/>
                    <a:pt x="3075249" y="19093"/>
                  </a:cubicBezTo>
                  <a:cubicBezTo>
                    <a:pt x="3223839" y="-7577"/>
                    <a:pt x="4218249" y="-6307"/>
                    <a:pt x="4340170" y="22903"/>
                  </a:cubicBezTo>
                  <a:cubicBezTo>
                    <a:pt x="4361759" y="29253"/>
                    <a:pt x="4365570" y="33063"/>
                    <a:pt x="4375729" y="41953"/>
                  </a:cubicBezTo>
                  <a:cubicBezTo>
                    <a:pt x="4385889" y="50843"/>
                    <a:pt x="4394779" y="63543"/>
                    <a:pt x="4399859" y="76243"/>
                  </a:cubicBezTo>
                  <a:cubicBezTo>
                    <a:pt x="4403670" y="88943"/>
                    <a:pt x="4406209" y="104183"/>
                    <a:pt x="4404939" y="116883"/>
                  </a:cubicBezTo>
                  <a:cubicBezTo>
                    <a:pt x="4402399" y="129583"/>
                    <a:pt x="4398589" y="143553"/>
                    <a:pt x="4389699" y="154983"/>
                  </a:cubicBezTo>
                  <a:cubicBezTo>
                    <a:pt x="4379539" y="168953"/>
                    <a:pt x="4363029" y="179113"/>
                    <a:pt x="4340170" y="190543"/>
                  </a:cubicBezTo>
                  <a:cubicBezTo>
                    <a:pt x="4299529" y="208323"/>
                    <a:pt x="4228409" y="226103"/>
                    <a:pt x="4159829" y="236263"/>
                  </a:cubicBezTo>
                  <a:cubicBezTo>
                    <a:pt x="4073470" y="247693"/>
                    <a:pt x="3933770" y="232453"/>
                    <a:pt x="3861379" y="241343"/>
                  </a:cubicBezTo>
                  <a:cubicBezTo>
                    <a:pt x="3819470" y="247693"/>
                    <a:pt x="3808039" y="259123"/>
                    <a:pt x="3763589" y="265473"/>
                  </a:cubicBezTo>
                  <a:cubicBezTo>
                    <a:pt x="3673420" y="275633"/>
                    <a:pt x="3406720" y="275633"/>
                    <a:pt x="3340679" y="268013"/>
                  </a:cubicBezTo>
                  <a:cubicBezTo>
                    <a:pt x="3320359" y="265473"/>
                    <a:pt x="3312739" y="264203"/>
                    <a:pt x="3301309" y="257853"/>
                  </a:cubicBezTo>
                  <a:cubicBezTo>
                    <a:pt x="3288609" y="251503"/>
                    <a:pt x="3277179" y="241343"/>
                    <a:pt x="3269559" y="231183"/>
                  </a:cubicBezTo>
                  <a:cubicBezTo>
                    <a:pt x="3263209" y="219753"/>
                    <a:pt x="3256859" y="205783"/>
                    <a:pt x="3255589" y="193083"/>
                  </a:cubicBezTo>
                  <a:cubicBezTo>
                    <a:pt x="3254320" y="179113"/>
                    <a:pt x="3255589" y="163873"/>
                    <a:pt x="3260670" y="152443"/>
                  </a:cubicBezTo>
                  <a:cubicBezTo>
                    <a:pt x="3265749" y="139743"/>
                    <a:pt x="3272099" y="127043"/>
                    <a:pt x="3283529" y="118153"/>
                  </a:cubicBezTo>
                  <a:cubicBezTo>
                    <a:pt x="3297499" y="106723"/>
                    <a:pt x="3310199" y="101643"/>
                    <a:pt x="3340679" y="96563"/>
                  </a:cubicBezTo>
                  <a:cubicBezTo>
                    <a:pt x="3460059" y="74973"/>
                    <a:pt x="4121729" y="78783"/>
                    <a:pt x="4239839" y="100373"/>
                  </a:cubicBezTo>
                  <a:cubicBezTo>
                    <a:pt x="4269049" y="106723"/>
                    <a:pt x="4280479" y="109263"/>
                    <a:pt x="4293179" y="120693"/>
                  </a:cubicBezTo>
                  <a:cubicBezTo>
                    <a:pt x="4307149" y="133393"/>
                    <a:pt x="4318579" y="154983"/>
                    <a:pt x="4319849" y="172763"/>
                  </a:cubicBezTo>
                  <a:cubicBezTo>
                    <a:pt x="4322389" y="190543"/>
                    <a:pt x="4317309" y="213403"/>
                    <a:pt x="4307149" y="228643"/>
                  </a:cubicBezTo>
                  <a:cubicBezTo>
                    <a:pt x="4295720" y="243883"/>
                    <a:pt x="4283020" y="254043"/>
                    <a:pt x="4258889" y="261663"/>
                  </a:cubicBezTo>
                  <a:cubicBezTo>
                    <a:pt x="4210629" y="276903"/>
                    <a:pt x="4106489" y="255313"/>
                    <a:pt x="4018859" y="262933"/>
                  </a:cubicBezTo>
                  <a:cubicBezTo>
                    <a:pt x="3910909" y="274363"/>
                    <a:pt x="3773749" y="318813"/>
                    <a:pt x="3656909" y="331513"/>
                  </a:cubicBezTo>
                  <a:cubicBezTo>
                    <a:pt x="3551499" y="342943"/>
                    <a:pt x="3420689" y="330243"/>
                    <a:pt x="3352109" y="340403"/>
                  </a:cubicBezTo>
                  <a:cubicBezTo>
                    <a:pt x="3316549" y="345483"/>
                    <a:pt x="3314009" y="355643"/>
                    <a:pt x="3273370" y="360723"/>
                  </a:cubicBezTo>
                  <a:cubicBezTo>
                    <a:pt x="3136209" y="378503"/>
                    <a:pt x="2661229" y="351833"/>
                    <a:pt x="2372939" y="365803"/>
                  </a:cubicBezTo>
                  <a:cubicBezTo>
                    <a:pt x="2104969" y="379773"/>
                    <a:pt x="1812869" y="429303"/>
                    <a:pt x="1598239" y="440733"/>
                  </a:cubicBezTo>
                  <a:cubicBezTo>
                    <a:pt x="1445839" y="448353"/>
                    <a:pt x="1318839" y="448353"/>
                    <a:pt x="1205809" y="443273"/>
                  </a:cubicBezTo>
                  <a:cubicBezTo>
                    <a:pt x="1119449" y="438193"/>
                    <a:pt x="1074999" y="424223"/>
                    <a:pt x="975939" y="417873"/>
                  </a:cubicBezTo>
                  <a:cubicBezTo>
                    <a:pt x="799409" y="407713"/>
                    <a:pt x="405709" y="444543"/>
                    <a:pt x="234259" y="414063"/>
                  </a:cubicBezTo>
                  <a:cubicBezTo>
                    <a:pt x="140279" y="397553"/>
                    <a:pt x="53919" y="374693"/>
                    <a:pt x="20899" y="337863"/>
                  </a:cubicBezTo>
                  <a:cubicBezTo>
                    <a:pt x="1849" y="317543"/>
                    <a:pt x="-3231" y="285793"/>
                    <a:pt x="1849" y="264203"/>
                  </a:cubicBezTo>
                  <a:cubicBezTo>
                    <a:pt x="6929" y="241343"/>
                    <a:pt x="33599" y="215943"/>
                    <a:pt x="52649" y="205783"/>
                  </a:cubicBezTo>
                  <a:cubicBezTo>
                    <a:pt x="67889" y="199433"/>
                    <a:pt x="89479" y="199433"/>
                    <a:pt x="104719" y="204513"/>
                  </a:cubicBezTo>
                  <a:cubicBezTo>
                    <a:pt x="121229" y="209593"/>
                    <a:pt x="137739" y="219753"/>
                    <a:pt x="147899" y="234993"/>
                  </a:cubicBezTo>
                  <a:cubicBezTo>
                    <a:pt x="158059" y="252773"/>
                    <a:pt x="165679" y="289603"/>
                    <a:pt x="158059" y="311193"/>
                  </a:cubicBezTo>
                  <a:cubicBezTo>
                    <a:pt x="150439" y="331513"/>
                    <a:pt x="123769" y="356913"/>
                    <a:pt x="100909" y="361993"/>
                  </a:cubicBezTo>
                  <a:cubicBezTo>
                    <a:pt x="79319" y="368343"/>
                    <a:pt x="43759" y="359453"/>
                    <a:pt x="27249" y="344213"/>
                  </a:cubicBezTo>
                  <a:cubicBezTo>
                    <a:pt x="10739" y="328973"/>
                    <a:pt x="-691" y="293413"/>
                    <a:pt x="579" y="273093"/>
                  </a:cubicBezTo>
                  <a:cubicBezTo>
                    <a:pt x="579" y="255313"/>
                    <a:pt x="12009" y="237533"/>
                    <a:pt x="23439" y="226103"/>
                  </a:cubicBezTo>
                  <a:cubicBezTo>
                    <a:pt x="34869" y="213403"/>
                    <a:pt x="47569" y="204513"/>
                    <a:pt x="70429" y="201973"/>
                  </a:cubicBezTo>
                  <a:cubicBezTo>
                    <a:pt x="113609" y="196893"/>
                    <a:pt x="184729" y="242613"/>
                    <a:pt x="272359" y="252773"/>
                  </a:cubicBezTo>
                  <a:cubicBezTo>
                    <a:pt x="424759" y="271823"/>
                    <a:pt x="740989" y="245153"/>
                    <a:pt x="913709" y="251503"/>
                  </a:cubicBezTo>
                  <a:cubicBezTo>
                    <a:pt x="1030549" y="256583"/>
                    <a:pt x="1101669" y="270553"/>
                    <a:pt x="1205809" y="274363"/>
                  </a:cubicBezTo>
                  <a:cubicBezTo>
                    <a:pt x="1325189" y="279443"/>
                    <a:pt x="1442029" y="281983"/>
                    <a:pt x="1593159" y="275633"/>
                  </a:cubicBezTo>
                  <a:cubicBezTo>
                    <a:pt x="1807789" y="265473"/>
                    <a:pt x="2103699" y="213403"/>
                    <a:pt x="2372939" y="200703"/>
                  </a:cubicBezTo>
                  <a:cubicBezTo>
                    <a:pt x="2658689" y="186733"/>
                    <a:pt x="3118429" y="218483"/>
                    <a:pt x="3261939" y="199433"/>
                  </a:cubicBezTo>
                  <a:cubicBezTo>
                    <a:pt x="3307659" y="193083"/>
                    <a:pt x="3312739" y="180383"/>
                    <a:pt x="3352109" y="175303"/>
                  </a:cubicBezTo>
                  <a:cubicBezTo>
                    <a:pt x="3424499" y="165143"/>
                    <a:pt x="3559120" y="181653"/>
                    <a:pt x="3665799" y="170223"/>
                  </a:cubicBezTo>
                  <a:cubicBezTo>
                    <a:pt x="3780099" y="157523"/>
                    <a:pt x="3913449" y="111803"/>
                    <a:pt x="4017589" y="100373"/>
                  </a:cubicBezTo>
                  <a:cubicBezTo>
                    <a:pt x="4100139" y="92753"/>
                    <a:pt x="4191579" y="91483"/>
                    <a:pt x="4239839" y="100373"/>
                  </a:cubicBezTo>
                  <a:cubicBezTo>
                    <a:pt x="4263970" y="105453"/>
                    <a:pt x="4280479" y="107993"/>
                    <a:pt x="4293179" y="120693"/>
                  </a:cubicBezTo>
                  <a:cubicBezTo>
                    <a:pt x="4308420" y="135933"/>
                    <a:pt x="4322389" y="170223"/>
                    <a:pt x="4319849" y="191813"/>
                  </a:cubicBezTo>
                  <a:cubicBezTo>
                    <a:pt x="4319849" y="210863"/>
                    <a:pt x="4307149" y="231183"/>
                    <a:pt x="4293179" y="243883"/>
                  </a:cubicBezTo>
                  <a:cubicBezTo>
                    <a:pt x="4280479" y="255313"/>
                    <a:pt x="4269049" y="257853"/>
                    <a:pt x="4239839" y="264203"/>
                  </a:cubicBezTo>
                  <a:cubicBezTo>
                    <a:pt x="4121729" y="285793"/>
                    <a:pt x="3444820" y="280713"/>
                    <a:pt x="3340679" y="268013"/>
                  </a:cubicBezTo>
                  <a:cubicBezTo>
                    <a:pt x="3319089" y="265473"/>
                    <a:pt x="3312739" y="264203"/>
                    <a:pt x="3301309" y="257853"/>
                  </a:cubicBezTo>
                  <a:cubicBezTo>
                    <a:pt x="3288609" y="251503"/>
                    <a:pt x="3277179" y="241343"/>
                    <a:pt x="3269559" y="231183"/>
                  </a:cubicBezTo>
                  <a:cubicBezTo>
                    <a:pt x="3263209" y="219753"/>
                    <a:pt x="3256859" y="205783"/>
                    <a:pt x="3255589" y="193083"/>
                  </a:cubicBezTo>
                  <a:cubicBezTo>
                    <a:pt x="3254320" y="179113"/>
                    <a:pt x="3254320" y="165143"/>
                    <a:pt x="3260670" y="152443"/>
                  </a:cubicBezTo>
                  <a:cubicBezTo>
                    <a:pt x="3268289" y="135933"/>
                    <a:pt x="3286070" y="115613"/>
                    <a:pt x="3301309" y="106723"/>
                  </a:cubicBezTo>
                  <a:cubicBezTo>
                    <a:pt x="3312739" y="99103"/>
                    <a:pt x="3320359" y="99103"/>
                    <a:pt x="3340679" y="96563"/>
                  </a:cubicBezTo>
                  <a:cubicBezTo>
                    <a:pt x="3406720" y="87673"/>
                    <a:pt x="3679770" y="105453"/>
                    <a:pt x="3768670" y="94023"/>
                  </a:cubicBezTo>
                  <a:cubicBezTo>
                    <a:pt x="3810579" y="88943"/>
                    <a:pt x="3819470" y="77513"/>
                    <a:pt x="3858839" y="72433"/>
                  </a:cubicBezTo>
                  <a:cubicBezTo>
                    <a:pt x="3924879" y="63543"/>
                    <a:pt x="4048070" y="77513"/>
                    <a:pt x="4133159" y="67353"/>
                  </a:cubicBezTo>
                  <a:cubicBezTo>
                    <a:pt x="4206820" y="58463"/>
                    <a:pt x="4295720" y="14013"/>
                    <a:pt x="4340170" y="22903"/>
                  </a:cubicBezTo>
                  <a:cubicBezTo>
                    <a:pt x="4363029" y="27983"/>
                    <a:pt x="4379539" y="41953"/>
                    <a:pt x="4389699" y="58463"/>
                  </a:cubicBezTo>
                  <a:cubicBezTo>
                    <a:pt x="4401129" y="73703"/>
                    <a:pt x="4406209" y="97833"/>
                    <a:pt x="4404939" y="116883"/>
                  </a:cubicBezTo>
                  <a:cubicBezTo>
                    <a:pt x="4402399" y="135933"/>
                    <a:pt x="4389699" y="158793"/>
                    <a:pt x="4375729" y="171493"/>
                  </a:cubicBezTo>
                  <a:cubicBezTo>
                    <a:pt x="4361759" y="182923"/>
                    <a:pt x="4351599" y="186733"/>
                    <a:pt x="4318579" y="193083"/>
                  </a:cubicBezTo>
                  <a:cubicBezTo>
                    <a:pt x="4173799" y="219753"/>
                    <a:pt x="3222569" y="221023"/>
                    <a:pt x="3075249" y="194353"/>
                  </a:cubicBezTo>
                  <a:cubicBezTo>
                    <a:pt x="3042229" y="188003"/>
                    <a:pt x="3030799" y="182923"/>
                    <a:pt x="3016829" y="172763"/>
                  </a:cubicBezTo>
                  <a:cubicBezTo>
                    <a:pt x="3005399" y="163873"/>
                    <a:pt x="2997779" y="149903"/>
                    <a:pt x="2992699" y="137203"/>
                  </a:cubicBezTo>
                  <a:cubicBezTo>
                    <a:pt x="2988889" y="124503"/>
                    <a:pt x="2985079" y="110533"/>
                    <a:pt x="2987619" y="96563"/>
                  </a:cubicBezTo>
                  <a:cubicBezTo>
                    <a:pt x="2991429" y="78783"/>
                    <a:pt x="3002859" y="53383"/>
                    <a:pt x="3016829" y="40683"/>
                  </a:cubicBezTo>
                  <a:cubicBezTo>
                    <a:pt x="3032069" y="27983"/>
                    <a:pt x="3042229" y="25443"/>
                    <a:pt x="3075249" y="19093"/>
                  </a:cubicBezTo>
                  <a:cubicBezTo>
                    <a:pt x="3236539" y="-10117"/>
                    <a:pt x="4050609" y="17823"/>
                    <a:pt x="4534479" y="17823"/>
                  </a:cubicBezTo>
                  <a:cubicBezTo>
                    <a:pt x="5015809" y="19093"/>
                    <a:pt x="5639379" y="43"/>
                    <a:pt x="5973389" y="22903"/>
                  </a:cubicBezTo>
                  <a:cubicBezTo>
                    <a:pt x="6152459" y="34333"/>
                    <a:pt x="6228659" y="64813"/>
                    <a:pt x="6384870" y="74973"/>
                  </a:cubicBezTo>
                  <a:cubicBezTo>
                    <a:pt x="6593149" y="88943"/>
                    <a:pt x="7010980" y="61003"/>
                    <a:pt x="7111309" y="80053"/>
                  </a:cubicBezTo>
                  <a:cubicBezTo>
                    <a:pt x="7139249" y="85133"/>
                    <a:pt x="7150680" y="86403"/>
                    <a:pt x="7163380" y="99103"/>
                  </a:cubicBezTo>
                  <a:cubicBezTo>
                    <a:pt x="7177349" y="114343"/>
                    <a:pt x="7188780" y="146093"/>
                    <a:pt x="7187509" y="166413"/>
                  </a:cubicBezTo>
                  <a:cubicBezTo>
                    <a:pt x="7187509" y="184193"/>
                    <a:pt x="7176080" y="203243"/>
                    <a:pt x="7162109" y="214673"/>
                  </a:cubicBezTo>
                  <a:cubicBezTo>
                    <a:pt x="7149409" y="226103"/>
                    <a:pt x="7111309" y="233723"/>
                    <a:pt x="7111309" y="233723"/>
                  </a:cubicBezTo>
                </a:path>
              </a:pathLst>
            </a:custGeom>
            <a:solidFill>
              <a:srgbClr val="E7191F"/>
            </a:solidFill>
            <a:ln cap="sq">
              <a:noFill/>
              <a:prstDash val="solid"/>
              <a:miter/>
            </a:ln>
          </p:spPr>
          <p:txBody>
            <a:bodyPr/>
            <a:lstStyle/>
            <a:p>
              <a:endParaRPr lang="en-CA"/>
            </a:p>
          </p:txBody>
        </p:sp>
      </p:grpSp>
      <p:grpSp>
        <p:nvGrpSpPr>
          <p:cNvPr id="7" name="Group 7"/>
          <p:cNvGrpSpPr/>
          <p:nvPr/>
        </p:nvGrpSpPr>
        <p:grpSpPr>
          <a:xfrm>
            <a:off x="5545455" y="9177338"/>
            <a:ext cx="5433060" cy="242888"/>
            <a:chOff x="0" y="0"/>
            <a:chExt cx="7244080" cy="323850"/>
          </a:xfrm>
        </p:grpSpPr>
        <p:sp>
          <p:nvSpPr>
            <p:cNvPr id="8" name="Freeform 8"/>
            <p:cNvSpPr/>
            <p:nvPr/>
          </p:nvSpPr>
          <p:spPr>
            <a:xfrm>
              <a:off x="50244" y="47200"/>
              <a:ext cx="7143269" cy="237285"/>
            </a:xfrm>
            <a:custGeom>
              <a:avLst/>
              <a:gdLst/>
              <a:ahLst/>
              <a:cxnLst/>
              <a:rect l="l" t="t" r="r" b="b"/>
              <a:pathLst>
                <a:path w="7143269" h="237285">
                  <a:moveTo>
                    <a:pt x="7066836" y="215690"/>
                  </a:moveTo>
                  <a:cubicBezTo>
                    <a:pt x="5678726" y="208070"/>
                    <a:pt x="5644436" y="180130"/>
                    <a:pt x="5514897" y="169970"/>
                  </a:cubicBezTo>
                  <a:cubicBezTo>
                    <a:pt x="5277406" y="149650"/>
                    <a:pt x="4883706" y="164890"/>
                    <a:pt x="4493816" y="164890"/>
                  </a:cubicBezTo>
                  <a:cubicBezTo>
                    <a:pt x="3966766" y="166160"/>
                    <a:pt x="2920286" y="152190"/>
                    <a:pt x="2640887" y="173780"/>
                  </a:cubicBezTo>
                  <a:cubicBezTo>
                    <a:pt x="2559606" y="180130"/>
                    <a:pt x="2563416" y="191560"/>
                    <a:pt x="2483406" y="196640"/>
                  </a:cubicBezTo>
                  <a:cubicBezTo>
                    <a:pt x="2237026" y="215690"/>
                    <a:pt x="1255316" y="183940"/>
                    <a:pt x="968296" y="197910"/>
                  </a:cubicBezTo>
                  <a:cubicBezTo>
                    <a:pt x="853996" y="204260"/>
                    <a:pt x="828596" y="216960"/>
                    <a:pt x="729536" y="222040"/>
                  </a:cubicBezTo>
                  <a:cubicBezTo>
                    <a:pt x="568246" y="230930"/>
                    <a:pt x="191056" y="249980"/>
                    <a:pt x="85646" y="224580"/>
                  </a:cubicBezTo>
                  <a:cubicBezTo>
                    <a:pt x="48816" y="215690"/>
                    <a:pt x="28496" y="206800"/>
                    <a:pt x="15796" y="187750"/>
                  </a:cubicBezTo>
                  <a:cubicBezTo>
                    <a:pt x="3096" y="167430"/>
                    <a:pt x="-1984" y="129330"/>
                    <a:pt x="6906" y="107740"/>
                  </a:cubicBezTo>
                  <a:cubicBezTo>
                    <a:pt x="15796" y="86150"/>
                    <a:pt x="45006" y="60750"/>
                    <a:pt x="67866" y="55670"/>
                  </a:cubicBezTo>
                  <a:cubicBezTo>
                    <a:pt x="90726" y="50590"/>
                    <a:pt x="127556" y="60750"/>
                    <a:pt x="145336" y="77260"/>
                  </a:cubicBezTo>
                  <a:cubicBezTo>
                    <a:pt x="161846" y="93770"/>
                    <a:pt x="174546" y="129330"/>
                    <a:pt x="170736" y="153460"/>
                  </a:cubicBezTo>
                  <a:cubicBezTo>
                    <a:pt x="166926" y="176320"/>
                    <a:pt x="142796" y="206800"/>
                    <a:pt x="122476" y="216960"/>
                  </a:cubicBezTo>
                  <a:cubicBezTo>
                    <a:pt x="100886" y="227120"/>
                    <a:pt x="62786" y="224580"/>
                    <a:pt x="42466" y="211880"/>
                  </a:cubicBezTo>
                  <a:cubicBezTo>
                    <a:pt x="22146" y="200450"/>
                    <a:pt x="4366" y="166160"/>
                    <a:pt x="556" y="143300"/>
                  </a:cubicBezTo>
                  <a:cubicBezTo>
                    <a:pt x="-1984" y="125520"/>
                    <a:pt x="4366" y="105200"/>
                    <a:pt x="15796" y="91230"/>
                  </a:cubicBezTo>
                  <a:cubicBezTo>
                    <a:pt x="29766" y="74720"/>
                    <a:pt x="48816" y="63290"/>
                    <a:pt x="85646" y="54400"/>
                  </a:cubicBezTo>
                  <a:cubicBezTo>
                    <a:pt x="196136" y="26460"/>
                    <a:pt x="615236" y="63290"/>
                    <a:pt x="773986" y="53130"/>
                  </a:cubicBezTo>
                  <a:cubicBezTo>
                    <a:pt x="859076" y="48050"/>
                    <a:pt x="874316" y="35350"/>
                    <a:pt x="968296" y="30270"/>
                  </a:cubicBezTo>
                  <a:cubicBezTo>
                    <a:pt x="1218486" y="15030"/>
                    <a:pt x="2107486" y="32810"/>
                    <a:pt x="2333546" y="30270"/>
                  </a:cubicBezTo>
                  <a:cubicBezTo>
                    <a:pt x="2408476" y="29000"/>
                    <a:pt x="2441496" y="32810"/>
                    <a:pt x="2483406" y="26460"/>
                  </a:cubicBezTo>
                  <a:cubicBezTo>
                    <a:pt x="2513886" y="21380"/>
                    <a:pt x="2525316" y="9950"/>
                    <a:pt x="2559606" y="4870"/>
                  </a:cubicBezTo>
                  <a:cubicBezTo>
                    <a:pt x="2634536" y="-5290"/>
                    <a:pt x="2741216" y="3600"/>
                    <a:pt x="2912666" y="3600"/>
                  </a:cubicBezTo>
                  <a:cubicBezTo>
                    <a:pt x="3367326" y="3600"/>
                    <a:pt x="5009436" y="-6560"/>
                    <a:pt x="5409486" y="9950"/>
                  </a:cubicBezTo>
                  <a:cubicBezTo>
                    <a:pt x="5536486" y="15030"/>
                    <a:pt x="5586017" y="18840"/>
                    <a:pt x="5659676" y="29000"/>
                  </a:cubicBezTo>
                  <a:cubicBezTo>
                    <a:pt x="5716826" y="36620"/>
                    <a:pt x="5735876" y="51860"/>
                    <a:pt x="5813347" y="59480"/>
                  </a:cubicBezTo>
                  <a:cubicBezTo>
                    <a:pt x="6029247" y="81070"/>
                    <a:pt x="6927136" y="36620"/>
                    <a:pt x="7066836" y="62020"/>
                  </a:cubicBezTo>
                  <a:cubicBezTo>
                    <a:pt x="7094776" y="68370"/>
                    <a:pt x="7104936" y="70910"/>
                    <a:pt x="7117636" y="82340"/>
                  </a:cubicBezTo>
                  <a:cubicBezTo>
                    <a:pt x="7130336" y="92500"/>
                    <a:pt x="7140496" y="112820"/>
                    <a:pt x="7143036" y="130600"/>
                  </a:cubicBezTo>
                  <a:cubicBezTo>
                    <a:pt x="7144307" y="147110"/>
                    <a:pt x="7140496" y="168700"/>
                    <a:pt x="7129067" y="182670"/>
                  </a:cubicBezTo>
                  <a:cubicBezTo>
                    <a:pt x="7116367" y="199180"/>
                    <a:pt x="7066836" y="215690"/>
                    <a:pt x="7066836" y="215690"/>
                  </a:cubicBezTo>
                </a:path>
              </a:pathLst>
            </a:custGeom>
            <a:solidFill>
              <a:srgbClr val="E7191F"/>
            </a:solidFill>
            <a:ln cap="sq">
              <a:noFill/>
              <a:prstDash val="solid"/>
              <a:miter/>
            </a:ln>
          </p:spPr>
          <p:txBody>
            <a:bodyPr/>
            <a:lstStyle/>
            <a:p>
              <a:endParaRPr lang="en-CA"/>
            </a:p>
          </p:txBody>
        </p:sp>
      </p:grpSp>
      <p:grpSp>
        <p:nvGrpSpPr>
          <p:cNvPr id="9" name="Group 9"/>
          <p:cNvGrpSpPr/>
          <p:nvPr/>
        </p:nvGrpSpPr>
        <p:grpSpPr>
          <a:xfrm>
            <a:off x="11124248" y="1093470"/>
            <a:ext cx="3612833" cy="601980"/>
            <a:chOff x="0" y="0"/>
            <a:chExt cx="4817110" cy="802640"/>
          </a:xfrm>
        </p:grpSpPr>
        <p:sp>
          <p:nvSpPr>
            <p:cNvPr id="10" name="Freeform 10"/>
            <p:cNvSpPr/>
            <p:nvPr/>
          </p:nvSpPr>
          <p:spPr>
            <a:xfrm>
              <a:off x="50152" y="54610"/>
              <a:ext cx="4715733" cy="699876"/>
            </a:xfrm>
            <a:custGeom>
              <a:avLst/>
              <a:gdLst/>
              <a:ahLst/>
              <a:cxnLst/>
              <a:rect l="l" t="t" r="r" b="b"/>
              <a:pathLst>
                <a:path w="4715733" h="699876">
                  <a:moveTo>
                    <a:pt x="76848" y="0"/>
                  </a:moveTo>
                  <a:cubicBezTo>
                    <a:pt x="1376058" y="1270"/>
                    <a:pt x="1387488" y="5080"/>
                    <a:pt x="1411618" y="16510"/>
                  </a:cubicBezTo>
                  <a:cubicBezTo>
                    <a:pt x="1439558" y="27940"/>
                    <a:pt x="1487818" y="71120"/>
                    <a:pt x="1490358" y="68580"/>
                  </a:cubicBezTo>
                  <a:cubicBezTo>
                    <a:pt x="1491628" y="67310"/>
                    <a:pt x="1442098" y="26670"/>
                    <a:pt x="1444638" y="24130"/>
                  </a:cubicBezTo>
                  <a:cubicBezTo>
                    <a:pt x="1444638" y="21590"/>
                    <a:pt x="1456068" y="25400"/>
                    <a:pt x="1462418" y="29210"/>
                  </a:cubicBezTo>
                  <a:cubicBezTo>
                    <a:pt x="1475118" y="36830"/>
                    <a:pt x="1496708" y="53340"/>
                    <a:pt x="1504328" y="69850"/>
                  </a:cubicBezTo>
                  <a:cubicBezTo>
                    <a:pt x="1511948" y="86360"/>
                    <a:pt x="1513218" y="110490"/>
                    <a:pt x="1508138" y="128270"/>
                  </a:cubicBezTo>
                  <a:cubicBezTo>
                    <a:pt x="1503058" y="144780"/>
                    <a:pt x="1486548" y="163830"/>
                    <a:pt x="1472578" y="173990"/>
                  </a:cubicBezTo>
                  <a:cubicBezTo>
                    <a:pt x="1461148" y="181610"/>
                    <a:pt x="1452258" y="182880"/>
                    <a:pt x="1435748" y="185420"/>
                  </a:cubicBezTo>
                  <a:cubicBezTo>
                    <a:pt x="1397648" y="191770"/>
                    <a:pt x="1336688" y="181610"/>
                    <a:pt x="1256678" y="186690"/>
                  </a:cubicBezTo>
                  <a:cubicBezTo>
                    <a:pt x="1086498" y="194310"/>
                    <a:pt x="587388" y="299720"/>
                    <a:pt x="465468" y="262890"/>
                  </a:cubicBezTo>
                  <a:cubicBezTo>
                    <a:pt x="423558" y="250190"/>
                    <a:pt x="386728" y="208280"/>
                    <a:pt x="390538" y="200660"/>
                  </a:cubicBezTo>
                  <a:cubicBezTo>
                    <a:pt x="399428" y="184150"/>
                    <a:pt x="661048" y="311150"/>
                    <a:pt x="823608" y="339090"/>
                  </a:cubicBezTo>
                  <a:cubicBezTo>
                    <a:pt x="1025538" y="374650"/>
                    <a:pt x="1442098" y="332740"/>
                    <a:pt x="1518298" y="363220"/>
                  </a:cubicBezTo>
                  <a:cubicBezTo>
                    <a:pt x="1534808" y="369570"/>
                    <a:pt x="1538618" y="375920"/>
                    <a:pt x="1544968" y="387350"/>
                  </a:cubicBezTo>
                  <a:cubicBezTo>
                    <a:pt x="1552588" y="400050"/>
                    <a:pt x="1560208" y="422910"/>
                    <a:pt x="1557668" y="439420"/>
                  </a:cubicBezTo>
                  <a:cubicBezTo>
                    <a:pt x="1556398" y="455930"/>
                    <a:pt x="1543698" y="476250"/>
                    <a:pt x="1532268" y="486410"/>
                  </a:cubicBezTo>
                  <a:cubicBezTo>
                    <a:pt x="1523378" y="496570"/>
                    <a:pt x="1518298" y="499110"/>
                    <a:pt x="1500518" y="504190"/>
                  </a:cubicBezTo>
                  <a:cubicBezTo>
                    <a:pt x="1438288" y="519430"/>
                    <a:pt x="1162698" y="509270"/>
                    <a:pt x="1050938" y="501650"/>
                  </a:cubicBezTo>
                  <a:cubicBezTo>
                    <a:pt x="983628" y="496570"/>
                    <a:pt x="954418" y="485140"/>
                    <a:pt x="889648" y="480060"/>
                  </a:cubicBezTo>
                  <a:cubicBezTo>
                    <a:pt x="790588" y="472440"/>
                    <a:pt x="588658" y="495300"/>
                    <a:pt x="513728" y="466090"/>
                  </a:cubicBezTo>
                  <a:cubicBezTo>
                    <a:pt x="475628" y="450850"/>
                    <a:pt x="451498" y="420370"/>
                    <a:pt x="437528" y="401320"/>
                  </a:cubicBezTo>
                  <a:cubicBezTo>
                    <a:pt x="429908" y="389890"/>
                    <a:pt x="426098" y="382270"/>
                    <a:pt x="424828" y="369570"/>
                  </a:cubicBezTo>
                  <a:cubicBezTo>
                    <a:pt x="423558" y="355600"/>
                    <a:pt x="427368" y="334010"/>
                    <a:pt x="434988" y="321310"/>
                  </a:cubicBezTo>
                  <a:cubicBezTo>
                    <a:pt x="443878" y="308610"/>
                    <a:pt x="460388" y="294640"/>
                    <a:pt x="475628" y="292100"/>
                  </a:cubicBezTo>
                  <a:cubicBezTo>
                    <a:pt x="494678" y="288290"/>
                    <a:pt x="513728" y="306070"/>
                    <a:pt x="540398" y="306070"/>
                  </a:cubicBezTo>
                  <a:cubicBezTo>
                    <a:pt x="582308" y="306070"/>
                    <a:pt x="641998" y="276860"/>
                    <a:pt x="708038" y="270510"/>
                  </a:cubicBezTo>
                  <a:cubicBezTo>
                    <a:pt x="800748" y="260350"/>
                    <a:pt x="968388" y="257810"/>
                    <a:pt x="1047128" y="266700"/>
                  </a:cubicBezTo>
                  <a:cubicBezTo>
                    <a:pt x="1091578" y="271780"/>
                    <a:pt x="1099198" y="285750"/>
                    <a:pt x="1148728" y="290830"/>
                  </a:cubicBezTo>
                  <a:cubicBezTo>
                    <a:pt x="1269378" y="306070"/>
                    <a:pt x="1640218" y="300990"/>
                    <a:pt x="1791348" y="289560"/>
                  </a:cubicBezTo>
                  <a:cubicBezTo>
                    <a:pt x="1873898" y="283210"/>
                    <a:pt x="1919618" y="266700"/>
                    <a:pt x="1983118" y="261620"/>
                  </a:cubicBezTo>
                  <a:cubicBezTo>
                    <a:pt x="2045348" y="256540"/>
                    <a:pt x="2149488" y="236220"/>
                    <a:pt x="2167268" y="259080"/>
                  </a:cubicBezTo>
                  <a:cubicBezTo>
                    <a:pt x="2178698" y="274320"/>
                    <a:pt x="2164728" y="325120"/>
                    <a:pt x="2145678" y="335280"/>
                  </a:cubicBezTo>
                  <a:cubicBezTo>
                    <a:pt x="2119008" y="350520"/>
                    <a:pt x="2055508" y="303530"/>
                    <a:pt x="1999628" y="292100"/>
                  </a:cubicBezTo>
                  <a:cubicBezTo>
                    <a:pt x="1931048" y="276860"/>
                    <a:pt x="1802778" y="283210"/>
                    <a:pt x="1762138" y="260350"/>
                  </a:cubicBezTo>
                  <a:cubicBezTo>
                    <a:pt x="1741818" y="248920"/>
                    <a:pt x="1734198" y="232410"/>
                    <a:pt x="1729118" y="218440"/>
                  </a:cubicBezTo>
                  <a:cubicBezTo>
                    <a:pt x="1724038" y="207010"/>
                    <a:pt x="1724038" y="195580"/>
                    <a:pt x="1726578" y="182880"/>
                  </a:cubicBezTo>
                  <a:cubicBezTo>
                    <a:pt x="1730388" y="167640"/>
                    <a:pt x="1743088" y="147320"/>
                    <a:pt x="1754518" y="137160"/>
                  </a:cubicBezTo>
                  <a:cubicBezTo>
                    <a:pt x="1763408" y="129540"/>
                    <a:pt x="1769758" y="125730"/>
                    <a:pt x="1786268" y="123190"/>
                  </a:cubicBezTo>
                  <a:cubicBezTo>
                    <a:pt x="1839608" y="114300"/>
                    <a:pt x="1983118" y="144780"/>
                    <a:pt x="2120278" y="151130"/>
                  </a:cubicBezTo>
                  <a:cubicBezTo>
                    <a:pt x="2336178" y="162560"/>
                    <a:pt x="2760358" y="163830"/>
                    <a:pt x="2959748" y="163830"/>
                  </a:cubicBezTo>
                  <a:cubicBezTo>
                    <a:pt x="3068968" y="165100"/>
                    <a:pt x="3147708" y="175260"/>
                    <a:pt x="3213748" y="162560"/>
                  </a:cubicBezTo>
                  <a:cubicBezTo>
                    <a:pt x="3258198" y="154940"/>
                    <a:pt x="3297568" y="124460"/>
                    <a:pt x="3322968" y="119380"/>
                  </a:cubicBezTo>
                  <a:cubicBezTo>
                    <a:pt x="3335668" y="116840"/>
                    <a:pt x="3343288" y="116840"/>
                    <a:pt x="3353448" y="120650"/>
                  </a:cubicBezTo>
                  <a:cubicBezTo>
                    <a:pt x="3366148" y="124460"/>
                    <a:pt x="3382658" y="134620"/>
                    <a:pt x="3391548" y="147320"/>
                  </a:cubicBezTo>
                  <a:cubicBezTo>
                    <a:pt x="3399168" y="158750"/>
                    <a:pt x="3402978" y="177800"/>
                    <a:pt x="3401708" y="191770"/>
                  </a:cubicBezTo>
                  <a:cubicBezTo>
                    <a:pt x="3399168" y="205740"/>
                    <a:pt x="3389008" y="223520"/>
                    <a:pt x="3378848" y="232410"/>
                  </a:cubicBezTo>
                  <a:cubicBezTo>
                    <a:pt x="3371228" y="240030"/>
                    <a:pt x="3364878" y="243840"/>
                    <a:pt x="3350908" y="246380"/>
                  </a:cubicBezTo>
                  <a:cubicBezTo>
                    <a:pt x="3321698" y="252730"/>
                    <a:pt x="3265818" y="231140"/>
                    <a:pt x="3198508" y="234950"/>
                  </a:cubicBezTo>
                  <a:cubicBezTo>
                    <a:pt x="3071508" y="241300"/>
                    <a:pt x="2812428" y="316230"/>
                    <a:pt x="2647328" y="335280"/>
                  </a:cubicBezTo>
                  <a:cubicBezTo>
                    <a:pt x="2513978" y="349250"/>
                    <a:pt x="2347608" y="359410"/>
                    <a:pt x="2285378" y="349250"/>
                  </a:cubicBezTo>
                  <a:cubicBezTo>
                    <a:pt x="2262518" y="345440"/>
                    <a:pt x="2252358" y="342900"/>
                    <a:pt x="2240928" y="332740"/>
                  </a:cubicBezTo>
                  <a:cubicBezTo>
                    <a:pt x="2229498" y="323850"/>
                    <a:pt x="2220608" y="306070"/>
                    <a:pt x="2218068" y="292100"/>
                  </a:cubicBezTo>
                  <a:cubicBezTo>
                    <a:pt x="2216798" y="276860"/>
                    <a:pt x="2220608" y="257810"/>
                    <a:pt x="2229498" y="245110"/>
                  </a:cubicBezTo>
                  <a:cubicBezTo>
                    <a:pt x="2239658" y="231140"/>
                    <a:pt x="2253628" y="223520"/>
                    <a:pt x="2284108" y="215900"/>
                  </a:cubicBezTo>
                  <a:cubicBezTo>
                    <a:pt x="2385708" y="190500"/>
                    <a:pt x="2856878" y="209550"/>
                    <a:pt x="3002928" y="218440"/>
                  </a:cubicBezTo>
                  <a:cubicBezTo>
                    <a:pt x="3066428" y="223520"/>
                    <a:pt x="3088018" y="223520"/>
                    <a:pt x="3138818" y="236220"/>
                  </a:cubicBezTo>
                  <a:cubicBezTo>
                    <a:pt x="3212478" y="255270"/>
                    <a:pt x="3361068" y="306070"/>
                    <a:pt x="3395358" y="332740"/>
                  </a:cubicBezTo>
                  <a:cubicBezTo>
                    <a:pt x="3408058" y="342900"/>
                    <a:pt x="3410598" y="349250"/>
                    <a:pt x="3413138" y="359410"/>
                  </a:cubicBezTo>
                  <a:cubicBezTo>
                    <a:pt x="3418218" y="372110"/>
                    <a:pt x="3419488" y="392430"/>
                    <a:pt x="3413138" y="406400"/>
                  </a:cubicBezTo>
                  <a:cubicBezTo>
                    <a:pt x="3405518" y="422910"/>
                    <a:pt x="3390278" y="436880"/>
                    <a:pt x="3366148" y="447040"/>
                  </a:cubicBezTo>
                  <a:cubicBezTo>
                    <a:pt x="3322968" y="466090"/>
                    <a:pt x="3254388" y="463550"/>
                    <a:pt x="3154058" y="467360"/>
                  </a:cubicBezTo>
                  <a:cubicBezTo>
                    <a:pt x="2908948" y="474980"/>
                    <a:pt x="2031378" y="502920"/>
                    <a:pt x="1891678" y="433070"/>
                  </a:cubicBezTo>
                  <a:cubicBezTo>
                    <a:pt x="1856118" y="415290"/>
                    <a:pt x="1834528" y="379730"/>
                    <a:pt x="1840878" y="368300"/>
                  </a:cubicBezTo>
                  <a:cubicBezTo>
                    <a:pt x="1849768" y="353060"/>
                    <a:pt x="1932318" y="370840"/>
                    <a:pt x="2003438" y="381000"/>
                  </a:cubicBezTo>
                  <a:cubicBezTo>
                    <a:pt x="2140598" y="400050"/>
                    <a:pt x="2419998" y="477520"/>
                    <a:pt x="2610498" y="508000"/>
                  </a:cubicBezTo>
                  <a:cubicBezTo>
                    <a:pt x="2774328" y="535940"/>
                    <a:pt x="2919108" y="553720"/>
                    <a:pt x="3074048" y="565150"/>
                  </a:cubicBezTo>
                  <a:cubicBezTo>
                    <a:pt x="3226448" y="575310"/>
                    <a:pt x="3409328" y="588010"/>
                    <a:pt x="3531248" y="574040"/>
                  </a:cubicBezTo>
                  <a:cubicBezTo>
                    <a:pt x="3612528" y="563880"/>
                    <a:pt x="3697618" y="500380"/>
                    <a:pt x="3734448" y="520700"/>
                  </a:cubicBezTo>
                  <a:cubicBezTo>
                    <a:pt x="3758578" y="533400"/>
                    <a:pt x="3778898" y="588010"/>
                    <a:pt x="3764928" y="609600"/>
                  </a:cubicBezTo>
                  <a:cubicBezTo>
                    <a:pt x="3738258" y="650240"/>
                    <a:pt x="3561728" y="629920"/>
                    <a:pt x="3414408" y="636270"/>
                  </a:cubicBezTo>
                  <a:cubicBezTo>
                    <a:pt x="3166758" y="646430"/>
                    <a:pt x="2529218" y="660400"/>
                    <a:pt x="2416188" y="640080"/>
                  </a:cubicBezTo>
                  <a:cubicBezTo>
                    <a:pt x="2393328" y="636270"/>
                    <a:pt x="2385708" y="633730"/>
                    <a:pt x="2374278" y="624840"/>
                  </a:cubicBezTo>
                  <a:cubicBezTo>
                    <a:pt x="2364118" y="614680"/>
                    <a:pt x="2355228" y="598170"/>
                    <a:pt x="2353958" y="585470"/>
                  </a:cubicBezTo>
                  <a:cubicBezTo>
                    <a:pt x="2352688" y="571500"/>
                    <a:pt x="2356498" y="552450"/>
                    <a:pt x="2364118" y="541020"/>
                  </a:cubicBezTo>
                  <a:cubicBezTo>
                    <a:pt x="2373008" y="529590"/>
                    <a:pt x="2379358" y="523240"/>
                    <a:pt x="2400948" y="515620"/>
                  </a:cubicBezTo>
                  <a:cubicBezTo>
                    <a:pt x="2500008" y="485140"/>
                    <a:pt x="3108338" y="523240"/>
                    <a:pt x="3291218" y="515620"/>
                  </a:cubicBezTo>
                  <a:cubicBezTo>
                    <a:pt x="3372498" y="511810"/>
                    <a:pt x="3397898" y="510540"/>
                    <a:pt x="3467748" y="500380"/>
                  </a:cubicBezTo>
                  <a:cubicBezTo>
                    <a:pt x="3569348" y="485140"/>
                    <a:pt x="3753498" y="435610"/>
                    <a:pt x="3837318" y="424180"/>
                  </a:cubicBezTo>
                  <a:cubicBezTo>
                    <a:pt x="3881768" y="419100"/>
                    <a:pt x="3908438" y="417830"/>
                    <a:pt x="3938918" y="417830"/>
                  </a:cubicBezTo>
                  <a:cubicBezTo>
                    <a:pt x="3961778" y="419100"/>
                    <a:pt x="3984638" y="416560"/>
                    <a:pt x="4001148" y="425450"/>
                  </a:cubicBezTo>
                  <a:cubicBezTo>
                    <a:pt x="4016388" y="433070"/>
                    <a:pt x="4030358" y="448310"/>
                    <a:pt x="4035438" y="462280"/>
                  </a:cubicBezTo>
                  <a:cubicBezTo>
                    <a:pt x="4041788" y="477520"/>
                    <a:pt x="4041788" y="499110"/>
                    <a:pt x="4036708" y="514350"/>
                  </a:cubicBezTo>
                  <a:cubicBezTo>
                    <a:pt x="4030358" y="528320"/>
                    <a:pt x="4026548" y="541020"/>
                    <a:pt x="4002418" y="552450"/>
                  </a:cubicBezTo>
                  <a:cubicBezTo>
                    <a:pt x="3893198" y="603250"/>
                    <a:pt x="2982608" y="579120"/>
                    <a:pt x="2855608" y="557530"/>
                  </a:cubicBezTo>
                  <a:cubicBezTo>
                    <a:pt x="2830208" y="552450"/>
                    <a:pt x="2822588" y="551180"/>
                    <a:pt x="2811158" y="539750"/>
                  </a:cubicBezTo>
                  <a:cubicBezTo>
                    <a:pt x="2798458" y="527050"/>
                    <a:pt x="2787028" y="499110"/>
                    <a:pt x="2788298" y="481330"/>
                  </a:cubicBezTo>
                  <a:cubicBezTo>
                    <a:pt x="2789568" y="464820"/>
                    <a:pt x="2799728" y="448310"/>
                    <a:pt x="2811158" y="438150"/>
                  </a:cubicBezTo>
                  <a:cubicBezTo>
                    <a:pt x="2822588" y="427990"/>
                    <a:pt x="2835288" y="424180"/>
                    <a:pt x="2855608" y="420370"/>
                  </a:cubicBezTo>
                  <a:cubicBezTo>
                    <a:pt x="2898788" y="412750"/>
                    <a:pt x="2974988" y="414020"/>
                    <a:pt x="3054998" y="420370"/>
                  </a:cubicBezTo>
                  <a:cubicBezTo>
                    <a:pt x="3179458" y="430530"/>
                    <a:pt x="3414408" y="483870"/>
                    <a:pt x="3527438" y="496570"/>
                  </a:cubicBezTo>
                  <a:cubicBezTo>
                    <a:pt x="3589668" y="504190"/>
                    <a:pt x="3609988" y="505460"/>
                    <a:pt x="3674758" y="508000"/>
                  </a:cubicBezTo>
                  <a:cubicBezTo>
                    <a:pt x="3800488" y="513080"/>
                    <a:pt x="4120528" y="523240"/>
                    <a:pt x="4228478" y="509270"/>
                  </a:cubicBezTo>
                  <a:cubicBezTo>
                    <a:pt x="4275468" y="502920"/>
                    <a:pt x="4299598" y="478790"/>
                    <a:pt x="4326268" y="483870"/>
                  </a:cubicBezTo>
                  <a:cubicBezTo>
                    <a:pt x="4347858" y="487680"/>
                    <a:pt x="4370718" y="505460"/>
                    <a:pt x="4379608" y="521970"/>
                  </a:cubicBezTo>
                  <a:cubicBezTo>
                    <a:pt x="4387228" y="535940"/>
                    <a:pt x="4387228" y="557530"/>
                    <a:pt x="4384688" y="571500"/>
                  </a:cubicBezTo>
                  <a:cubicBezTo>
                    <a:pt x="4382148" y="582930"/>
                    <a:pt x="4375798" y="593090"/>
                    <a:pt x="4368178" y="601980"/>
                  </a:cubicBezTo>
                  <a:cubicBezTo>
                    <a:pt x="4360558" y="609600"/>
                    <a:pt x="4352938" y="615950"/>
                    <a:pt x="4338968" y="619760"/>
                  </a:cubicBezTo>
                  <a:cubicBezTo>
                    <a:pt x="4313568" y="627380"/>
                    <a:pt x="4275468" y="621030"/>
                    <a:pt x="4214508" y="619760"/>
                  </a:cubicBezTo>
                  <a:cubicBezTo>
                    <a:pt x="4055758" y="617220"/>
                    <a:pt x="3443618" y="612140"/>
                    <a:pt x="3354718" y="588010"/>
                  </a:cubicBezTo>
                  <a:cubicBezTo>
                    <a:pt x="3336938" y="582930"/>
                    <a:pt x="3333128" y="580390"/>
                    <a:pt x="3324238" y="571500"/>
                  </a:cubicBezTo>
                  <a:cubicBezTo>
                    <a:pt x="3314078" y="561340"/>
                    <a:pt x="3302648" y="542290"/>
                    <a:pt x="3301378" y="525780"/>
                  </a:cubicBezTo>
                  <a:cubicBezTo>
                    <a:pt x="3298838" y="510540"/>
                    <a:pt x="3306458" y="490220"/>
                    <a:pt x="3314078" y="477520"/>
                  </a:cubicBezTo>
                  <a:cubicBezTo>
                    <a:pt x="3320428" y="467360"/>
                    <a:pt x="3324238" y="461010"/>
                    <a:pt x="3339478" y="454660"/>
                  </a:cubicBezTo>
                  <a:cubicBezTo>
                    <a:pt x="3383928" y="436880"/>
                    <a:pt x="3518548" y="445770"/>
                    <a:pt x="3639198" y="444500"/>
                  </a:cubicBezTo>
                  <a:cubicBezTo>
                    <a:pt x="3825888" y="441960"/>
                    <a:pt x="4211968" y="474980"/>
                    <a:pt x="4351668" y="454660"/>
                  </a:cubicBezTo>
                  <a:cubicBezTo>
                    <a:pt x="4411358" y="445770"/>
                    <a:pt x="4434218" y="434340"/>
                    <a:pt x="4477398" y="414020"/>
                  </a:cubicBezTo>
                  <a:cubicBezTo>
                    <a:pt x="4528198" y="389890"/>
                    <a:pt x="4601858" y="323850"/>
                    <a:pt x="4637418" y="316230"/>
                  </a:cubicBezTo>
                  <a:cubicBezTo>
                    <a:pt x="4651388" y="312420"/>
                    <a:pt x="4660278" y="314960"/>
                    <a:pt x="4671708" y="320040"/>
                  </a:cubicBezTo>
                  <a:cubicBezTo>
                    <a:pt x="4684408" y="326390"/>
                    <a:pt x="4702188" y="339090"/>
                    <a:pt x="4709808" y="354330"/>
                  </a:cubicBezTo>
                  <a:cubicBezTo>
                    <a:pt x="4717428" y="372110"/>
                    <a:pt x="4716158" y="403860"/>
                    <a:pt x="4708538" y="421640"/>
                  </a:cubicBezTo>
                  <a:cubicBezTo>
                    <a:pt x="4702188" y="436880"/>
                    <a:pt x="4689488" y="448310"/>
                    <a:pt x="4670438" y="454660"/>
                  </a:cubicBezTo>
                  <a:cubicBezTo>
                    <a:pt x="4638688" y="466090"/>
                    <a:pt x="4582808" y="445770"/>
                    <a:pt x="4528198" y="445770"/>
                  </a:cubicBezTo>
                  <a:cubicBezTo>
                    <a:pt x="4455808" y="445770"/>
                    <a:pt x="4346588" y="453390"/>
                    <a:pt x="4272928" y="463550"/>
                  </a:cubicBezTo>
                  <a:cubicBezTo>
                    <a:pt x="4215778" y="471170"/>
                    <a:pt x="4178948" y="480060"/>
                    <a:pt x="4123068" y="495300"/>
                  </a:cubicBezTo>
                  <a:cubicBezTo>
                    <a:pt x="4050678" y="515620"/>
                    <a:pt x="3945268" y="571500"/>
                    <a:pt x="3876688" y="575310"/>
                  </a:cubicBezTo>
                  <a:cubicBezTo>
                    <a:pt x="3828428" y="577850"/>
                    <a:pt x="3775088" y="576580"/>
                    <a:pt x="3752228" y="549910"/>
                  </a:cubicBezTo>
                  <a:cubicBezTo>
                    <a:pt x="3729368" y="524510"/>
                    <a:pt x="3729368" y="452120"/>
                    <a:pt x="3740798" y="416560"/>
                  </a:cubicBezTo>
                  <a:cubicBezTo>
                    <a:pt x="3748418" y="389890"/>
                    <a:pt x="3766198" y="372110"/>
                    <a:pt x="3794138" y="353060"/>
                  </a:cubicBezTo>
                  <a:cubicBezTo>
                    <a:pt x="3837318" y="323850"/>
                    <a:pt x="3909708" y="304800"/>
                    <a:pt x="3992258" y="285750"/>
                  </a:cubicBezTo>
                  <a:cubicBezTo>
                    <a:pt x="4124338" y="256540"/>
                    <a:pt x="4415168" y="189230"/>
                    <a:pt x="4512958" y="224790"/>
                  </a:cubicBezTo>
                  <a:cubicBezTo>
                    <a:pt x="4561218" y="242570"/>
                    <a:pt x="4609478" y="302260"/>
                    <a:pt x="4600588" y="321310"/>
                  </a:cubicBezTo>
                  <a:cubicBezTo>
                    <a:pt x="4587888" y="350520"/>
                    <a:pt x="4417708" y="318770"/>
                    <a:pt x="4308488" y="322580"/>
                  </a:cubicBezTo>
                  <a:cubicBezTo>
                    <a:pt x="4168788" y="328930"/>
                    <a:pt x="4001148" y="351790"/>
                    <a:pt x="3833508" y="359410"/>
                  </a:cubicBezTo>
                  <a:cubicBezTo>
                    <a:pt x="3645548" y="369570"/>
                    <a:pt x="3378848" y="381000"/>
                    <a:pt x="3234068" y="374650"/>
                  </a:cubicBezTo>
                  <a:cubicBezTo>
                    <a:pt x="3152788" y="370840"/>
                    <a:pt x="3084208" y="363220"/>
                    <a:pt x="3043568" y="350520"/>
                  </a:cubicBezTo>
                  <a:cubicBezTo>
                    <a:pt x="3024518" y="345440"/>
                    <a:pt x="3011818" y="342900"/>
                    <a:pt x="3002928" y="331470"/>
                  </a:cubicBezTo>
                  <a:cubicBezTo>
                    <a:pt x="2991498" y="317500"/>
                    <a:pt x="2981338" y="288290"/>
                    <a:pt x="2983878" y="271780"/>
                  </a:cubicBezTo>
                  <a:cubicBezTo>
                    <a:pt x="2986418" y="255270"/>
                    <a:pt x="2999118" y="238760"/>
                    <a:pt x="3009278" y="229870"/>
                  </a:cubicBezTo>
                  <a:cubicBezTo>
                    <a:pt x="3018168" y="222250"/>
                    <a:pt x="3020708" y="220980"/>
                    <a:pt x="3038488" y="217170"/>
                  </a:cubicBezTo>
                  <a:cubicBezTo>
                    <a:pt x="3136278" y="196850"/>
                    <a:pt x="3879228" y="207010"/>
                    <a:pt x="4044328" y="215900"/>
                  </a:cubicBezTo>
                  <a:cubicBezTo>
                    <a:pt x="4097668" y="219710"/>
                    <a:pt x="4125608" y="237490"/>
                    <a:pt x="4151008" y="229870"/>
                  </a:cubicBezTo>
                  <a:cubicBezTo>
                    <a:pt x="4168788" y="224790"/>
                    <a:pt x="4178948" y="199390"/>
                    <a:pt x="4189108" y="195580"/>
                  </a:cubicBezTo>
                  <a:cubicBezTo>
                    <a:pt x="4195458" y="194310"/>
                    <a:pt x="4199268" y="195580"/>
                    <a:pt x="4205618" y="198120"/>
                  </a:cubicBezTo>
                  <a:cubicBezTo>
                    <a:pt x="4217048" y="201930"/>
                    <a:pt x="4238638" y="213360"/>
                    <a:pt x="4247528" y="226060"/>
                  </a:cubicBezTo>
                  <a:cubicBezTo>
                    <a:pt x="4255148" y="238760"/>
                    <a:pt x="4260228" y="259080"/>
                    <a:pt x="4258958" y="274320"/>
                  </a:cubicBezTo>
                  <a:cubicBezTo>
                    <a:pt x="4256418" y="289560"/>
                    <a:pt x="4247528" y="308610"/>
                    <a:pt x="4236098" y="318770"/>
                  </a:cubicBezTo>
                  <a:cubicBezTo>
                    <a:pt x="4224668" y="328930"/>
                    <a:pt x="4209428" y="334010"/>
                    <a:pt x="4189108" y="335280"/>
                  </a:cubicBezTo>
                  <a:cubicBezTo>
                    <a:pt x="4151008" y="339090"/>
                    <a:pt x="4083698" y="313690"/>
                    <a:pt x="4021468" y="307340"/>
                  </a:cubicBezTo>
                  <a:cubicBezTo>
                    <a:pt x="3943998" y="298450"/>
                    <a:pt x="3843668" y="298450"/>
                    <a:pt x="3759848" y="298450"/>
                  </a:cubicBezTo>
                  <a:cubicBezTo>
                    <a:pt x="3679838" y="297180"/>
                    <a:pt x="3599828" y="294640"/>
                    <a:pt x="3526168" y="300990"/>
                  </a:cubicBezTo>
                  <a:cubicBezTo>
                    <a:pt x="3461398" y="307340"/>
                    <a:pt x="3423298" y="325120"/>
                    <a:pt x="3340748" y="331470"/>
                  </a:cubicBezTo>
                  <a:cubicBezTo>
                    <a:pt x="3181998" y="345440"/>
                    <a:pt x="2734958" y="350520"/>
                    <a:pt x="2637168" y="335280"/>
                  </a:cubicBezTo>
                  <a:cubicBezTo>
                    <a:pt x="2610498" y="330200"/>
                    <a:pt x="2600338" y="330200"/>
                    <a:pt x="2587638" y="318770"/>
                  </a:cubicBezTo>
                  <a:cubicBezTo>
                    <a:pt x="2572398" y="304800"/>
                    <a:pt x="2555888" y="270510"/>
                    <a:pt x="2555888" y="248920"/>
                  </a:cubicBezTo>
                  <a:cubicBezTo>
                    <a:pt x="2554618" y="231140"/>
                    <a:pt x="2564778" y="213360"/>
                    <a:pt x="2574938" y="200660"/>
                  </a:cubicBezTo>
                  <a:cubicBezTo>
                    <a:pt x="2585098" y="187960"/>
                    <a:pt x="2602878" y="177800"/>
                    <a:pt x="2619388" y="173990"/>
                  </a:cubicBezTo>
                  <a:cubicBezTo>
                    <a:pt x="2635898" y="170180"/>
                    <a:pt x="2656218" y="170180"/>
                    <a:pt x="2671458" y="179070"/>
                  </a:cubicBezTo>
                  <a:cubicBezTo>
                    <a:pt x="2689238" y="189230"/>
                    <a:pt x="2713368" y="218440"/>
                    <a:pt x="2717178" y="240030"/>
                  </a:cubicBezTo>
                  <a:cubicBezTo>
                    <a:pt x="2720988" y="262890"/>
                    <a:pt x="2707018" y="297180"/>
                    <a:pt x="2693048" y="312420"/>
                  </a:cubicBezTo>
                  <a:cubicBezTo>
                    <a:pt x="2681618" y="325120"/>
                    <a:pt x="2662568" y="332740"/>
                    <a:pt x="2646058" y="334010"/>
                  </a:cubicBezTo>
                  <a:cubicBezTo>
                    <a:pt x="2629548" y="336550"/>
                    <a:pt x="2609228" y="334010"/>
                    <a:pt x="2595258" y="323850"/>
                  </a:cubicBezTo>
                  <a:cubicBezTo>
                    <a:pt x="2577478" y="311150"/>
                    <a:pt x="2558428" y="279400"/>
                    <a:pt x="2555888" y="257810"/>
                  </a:cubicBezTo>
                  <a:cubicBezTo>
                    <a:pt x="2553348" y="240030"/>
                    <a:pt x="2558428" y="220980"/>
                    <a:pt x="2569858" y="208280"/>
                  </a:cubicBezTo>
                  <a:cubicBezTo>
                    <a:pt x="2582558" y="191770"/>
                    <a:pt x="2600338" y="180340"/>
                    <a:pt x="2637168" y="171450"/>
                  </a:cubicBezTo>
                  <a:cubicBezTo>
                    <a:pt x="2746388" y="144780"/>
                    <a:pt x="3213748" y="173990"/>
                    <a:pt x="3335668" y="172720"/>
                  </a:cubicBezTo>
                  <a:cubicBezTo>
                    <a:pt x="3377578" y="172720"/>
                    <a:pt x="3391548" y="175260"/>
                    <a:pt x="3422028" y="171450"/>
                  </a:cubicBezTo>
                  <a:cubicBezTo>
                    <a:pt x="3455048" y="166370"/>
                    <a:pt x="3484258" y="151130"/>
                    <a:pt x="3526168" y="147320"/>
                  </a:cubicBezTo>
                  <a:cubicBezTo>
                    <a:pt x="3588398" y="140970"/>
                    <a:pt x="3686188" y="148590"/>
                    <a:pt x="3761118" y="151130"/>
                  </a:cubicBezTo>
                  <a:cubicBezTo>
                    <a:pt x="3833508" y="152400"/>
                    <a:pt x="3897008" y="151130"/>
                    <a:pt x="3969398" y="158750"/>
                  </a:cubicBezTo>
                  <a:cubicBezTo>
                    <a:pt x="4049408" y="167640"/>
                    <a:pt x="4182758" y="185420"/>
                    <a:pt x="4222128" y="204470"/>
                  </a:cubicBezTo>
                  <a:cubicBezTo>
                    <a:pt x="4236098" y="210820"/>
                    <a:pt x="4241178" y="215900"/>
                    <a:pt x="4247528" y="226060"/>
                  </a:cubicBezTo>
                  <a:cubicBezTo>
                    <a:pt x="4253878" y="238760"/>
                    <a:pt x="4260228" y="259080"/>
                    <a:pt x="4258958" y="274320"/>
                  </a:cubicBezTo>
                  <a:cubicBezTo>
                    <a:pt x="4256418" y="289560"/>
                    <a:pt x="4247528" y="308610"/>
                    <a:pt x="4236098" y="318770"/>
                  </a:cubicBezTo>
                  <a:cubicBezTo>
                    <a:pt x="4224668" y="328930"/>
                    <a:pt x="4189108" y="334010"/>
                    <a:pt x="4189108" y="335280"/>
                  </a:cubicBezTo>
                  <a:cubicBezTo>
                    <a:pt x="4189108" y="337820"/>
                    <a:pt x="4206888" y="335280"/>
                    <a:pt x="4206888" y="336550"/>
                  </a:cubicBezTo>
                  <a:cubicBezTo>
                    <a:pt x="4206888" y="337820"/>
                    <a:pt x="4121798" y="345440"/>
                    <a:pt x="4044328" y="349250"/>
                  </a:cubicBezTo>
                  <a:cubicBezTo>
                    <a:pt x="3852558" y="356870"/>
                    <a:pt x="3160408" y="375920"/>
                    <a:pt x="3046108" y="351790"/>
                  </a:cubicBezTo>
                  <a:cubicBezTo>
                    <a:pt x="3020708" y="345440"/>
                    <a:pt x="3013088" y="341630"/>
                    <a:pt x="3002928" y="331470"/>
                  </a:cubicBezTo>
                  <a:cubicBezTo>
                    <a:pt x="2991498" y="320040"/>
                    <a:pt x="2983878" y="302260"/>
                    <a:pt x="2982608" y="287020"/>
                  </a:cubicBezTo>
                  <a:cubicBezTo>
                    <a:pt x="2982608" y="273050"/>
                    <a:pt x="2988958" y="254000"/>
                    <a:pt x="2997848" y="241300"/>
                  </a:cubicBezTo>
                  <a:cubicBezTo>
                    <a:pt x="3006738" y="229870"/>
                    <a:pt x="3019438" y="220980"/>
                    <a:pt x="3038488" y="217170"/>
                  </a:cubicBezTo>
                  <a:cubicBezTo>
                    <a:pt x="3079128" y="209550"/>
                    <a:pt x="3165488" y="243840"/>
                    <a:pt x="3234068" y="248920"/>
                  </a:cubicBezTo>
                  <a:cubicBezTo>
                    <a:pt x="3310268" y="255270"/>
                    <a:pt x="3387738" y="250190"/>
                    <a:pt x="3474098" y="248920"/>
                  </a:cubicBezTo>
                  <a:cubicBezTo>
                    <a:pt x="3578238" y="246380"/>
                    <a:pt x="3691268" y="243840"/>
                    <a:pt x="3814458" y="234950"/>
                  </a:cubicBezTo>
                  <a:cubicBezTo>
                    <a:pt x="3964318" y="224790"/>
                    <a:pt x="4163708" y="189230"/>
                    <a:pt x="4309758" y="185420"/>
                  </a:cubicBezTo>
                  <a:cubicBezTo>
                    <a:pt x="4424058" y="181610"/>
                    <a:pt x="4563758" y="162560"/>
                    <a:pt x="4618368" y="196850"/>
                  </a:cubicBezTo>
                  <a:cubicBezTo>
                    <a:pt x="4648848" y="217170"/>
                    <a:pt x="4671708" y="262890"/>
                    <a:pt x="4662818" y="288290"/>
                  </a:cubicBezTo>
                  <a:cubicBezTo>
                    <a:pt x="4652658" y="318770"/>
                    <a:pt x="4591698" y="334010"/>
                    <a:pt x="4526928" y="354330"/>
                  </a:cubicBezTo>
                  <a:cubicBezTo>
                    <a:pt x="4385958" y="396240"/>
                    <a:pt x="3827158" y="462280"/>
                    <a:pt x="3824618" y="449580"/>
                  </a:cubicBezTo>
                  <a:cubicBezTo>
                    <a:pt x="3822078" y="438150"/>
                    <a:pt x="4135768" y="351790"/>
                    <a:pt x="4265308" y="327660"/>
                  </a:cubicBezTo>
                  <a:cubicBezTo>
                    <a:pt x="4365638" y="309880"/>
                    <a:pt x="4462158" y="302260"/>
                    <a:pt x="4533278" y="302260"/>
                  </a:cubicBezTo>
                  <a:cubicBezTo>
                    <a:pt x="4581538" y="302260"/>
                    <a:pt x="4624718" y="307340"/>
                    <a:pt x="4653928" y="316230"/>
                  </a:cubicBezTo>
                  <a:cubicBezTo>
                    <a:pt x="4674248" y="322580"/>
                    <a:pt x="4689488" y="330200"/>
                    <a:pt x="4699648" y="340360"/>
                  </a:cubicBezTo>
                  <a:cubicBezTo>
                    <a:pt x="4707268" y="347980"/>
                    <a:pt x="4713618" y="358140"/>
                    <a:pt x="4714888" y="370840"/>
                  </a:cubicBezTo>
                  <a:cubicBezTo>
                    <a:pt x="4717428" y="387350"/>
                    <a:pt x="4714888" y="414020"/>
                    <a:pt x="4698378" y="435610"/>
                  </a:cubicBezTo>
                  <a:cubicBezTo>
                    <a:pt x="4671708" y="472440"/>
                    <a:pt x="4570108" y="519430"/>
                    <a:pt x="4523118" y="541020"/>
                  </a:cubicBezTo>
                  <a:cubicBezTo>
                    <a:pt x="4492638" y="553720"/>
                    <a:pt x="4472318" y="558800"/>
                    <a:pt x="4445648" y="566420"/>
                  </a:cubicBezTo>
                  <a:cubicBezTo>
                    <a:pt x="4416438" y="572770"/>
                    <a:pt x="4399928" y="577850"/>
                    <a:pt x="4351668" y="582930"/>
                  </a:cubicBezTo>
                  <a:cubicBezTo>
                    <a:pt x="4197998" y="596900"/>
                    <a:pt x="3472828" y="601980"/>
                    <a:pt x="3371228" y="590550"/>
                  </a:cubicBezTo>
                  <a:cubicBezTo>
                    <a:pt x="3352178" y="588010"/>
                    <a:pt x="3348368" y="588010"/>
                    <a:pt x="3338208" y="581660"/>
                  </a:cubicBezTo>
                  <a:cubicBezTo>
                    <a:pt x="3325508" y="574040"/>
                    <a:pt x="3310268" y="558800"/>
                    <a:pt x="3305188" y="543560"/>
                  </a:cubicBezTo>
                  <a:cubicBezTo>
                    <a:pt x="3300108" y="524510"/>
                    <a:pt x="3302648" y="492760"/>
                    <a:pt x="3314078" y="477520"/>
                  </a:cubicBezTo>
                  <a:cubicBezTo>
                    <a:pt x="3325508" y="461010"/>
                    <a:pt x="3342018" y="453390"/>
                    <a:pt x="3372498" y="447040"/>
                  </a:cubicBezTo>
                  <a:cubicBezTo>
                    <a:pt x="3455048" y="430530"/>
                    <a:pt x="3697618" y="473710"/>
                    <a:pt x="3857638" y="480060"/>
                  </a:cubicBezTo>
                  <a:cubicBezTo>
                    <a:pt x="4015118" y="485140"/>
                    <a:pt x="4250068" y="457200"/>
                    <a:pt x="4326268" y="483870"/>
                  </a:cubicBezTo>
                  <a:cubicBezTo>
                    <a:pt x="4355478" y="492760"/>
                    <a:pt x="4370718" y="504190"/>
                    <a:pt x="4379608" y="521970"/>
                  </a:cubicBezTo>
                  <a:cubicBezTo>
                    <a:pt x="4388498" y="539750"/>
                    <a:pt x="4385958" y="571500"/>
                    <a:pt x="4378338" y="588010"/>
                  </a:cubicBezTo>
                  <a:cubicBezTo>
                    <a:pt x="4370718" y="601980"/>
                    <a:pt x="4356748" y="610870"/>
                    <a:pt x="4338968" y="619760"/>
                  </a:cubicBezTo>
                  <a:cubicBezTo>
                    <a:pt x="4313568" y="632460"/>
                    <a:pt x="4284358" y="640080"/>
                    <a:pt x="4231018" y="645160"/>
                  </a:cubicBezTo>
                  <a:cubicBezTo>
                    <a:pt x="4096398" y="659130"/>
                    <a:pt x="3716668" y="642620"/>
                    <a:pt x="3504578" y="623570"/>
                  </a:cubicBezTo>
                  <a:cubicBezTo>
                    <a:pt x="3335668" y="608330"/>
                    <a:pt x="3175648" y="566420"/>
                    <a:pt x="3054998" y="557530"/>
                  </a:cubicBezTo>
                  <a:cubicBezTo>
                    <a:pt x="2976258" y="551180"/>
                    <a:pt x="2898788" y="565150"/>
                    <a:pt x="2855608" y="557530"/>
                  </a:cubicBezTo>
                  <a:cubicBezTo>
                    <a:pt x="2835288" y="552450"/>
                    <a:pt x="2822588" y="548640"/>
                    <a:pt x="2811158" y="539750"/>
                  </a:cubicBezTo>
                  <a:cubicBezTo>
                    <a:pt x="2802268" y="533400"/>
                    <a:pt x="2795918" y="524510"/>
                    <a:pt x="2792108" y="513080"/>
                  </a:cubicBezTo>
                  <a:cubicBezTo>
                    <a:pt x="2788298" y="500380"/>
                    <a:pt x="2787028" y="478790"/>
                    <a:pt x="2792108" y="464820"/>
                  </a:cubicBezTo>
                  <a:cubicBezTo>
                    <a:pt x="2798458" y="450850"/>
                    <a:pt x="2812428" y="435610"/>
                    <a:pt x="2825128" y="429260"/>
                  </a:cubicBezTo>
                  <a:cubicBezTo>
                    <a:pt x="2834018" y="422910"/>
                    <a:pt x="2837828" y="422910"/>
                    <a:pt x="2855608" y="420370"/>
                  </a:cubicBezTo>
                  <a:cubicBezTo>
                    <a:pt x="2962288" y="407670"/>
                    <a:pt x="3841128" y="394970"/>
                    <a:pt x="3968128" y="417830"/>
                  </a:cubicBezTo>
                  <a:cubicBezTo>
                    <a:pt x="3994798" y="421640"/>
                    <a:pt x="4003688" y="424180"/>
                    <a:pt x="4016388" y="434340"/>
                  </a:cubicBezTo>
                  <a:cubicBezTo>
                    <a:pt x="4027818" y="445770"/>
                    <a:pt x="4037978" y="463550"/>
                    <a:pt x="4040518" y="480060"/>
                  </a:cubicBezTo>
                  <a:cubicBezTo>
                    <a:pt x="4041788" y="495300"/>
                    <a:pt x="4036708" y="515620"/>
                    <a:pt x="4027818" y="529590"/>
                  </a:cubicBezTo>
                  <a:cubicBezTo>
                    <a:pt x="4020198" y="542290"/>
                    <a:pt x="4007498" y="551180"/>
                    <a:pt x="3987178" y="558800"/>
                  </a:cubicBezTo>
                  <a:cubicBezTo>
                    <a:pt x="3943998" y="572770"/>
                    <a:pt x="3847478" y="558800"/>
                    <a:pt x="3771278" y="567690"/>
                  </a:cubicBezTo>
                  <a:cubicBezTo>
                    <a:pt x="3679838" y="576580"/>
                    <a:pt x="3565538" y="608330"/>
                    <a:pt x="3479178" y="619760"/>
                  </a:cubicBezTo>
                  <a:cubicBezTo>
                    <a:pt x="3409328" y="629920"/>
                    <a:pt x="3376308" y="635000"/>
                    <a:pt x="3291218" y="638810"/>
                  </a:cubicBezTo>
                  <a:cubicBezTo>
                    <a:pt x="3104528" y="647700"/>
                    <a:pt x="2500008" y="669290"/>
                    <a:pt x="2400948" y="638810"/>
                  </a:cubicBezTo>
                  <a:cubicBezTo>
                    <a:pt x="2379358" y="631190"/>
                    <a:pt x="2373008" y="623570"/>
                    <a:pt x="2364118" y="613410"/>
                  </a:cubicBezTo>
                  <a:cubicBezTo>
                    <a:pt x="2357768" y="604520"/>
                    <a:pt x="2355228" y="594360"/>
                    <a:pt x="2353958" y="585470"/>
                  </a:cubicBezTo>
                  <a:cubicBezTo>
                    <a:pt x="2352688" y="575310"/>
                    <a:pt x="2352688" y="563880"/>
                    <a:pt x="2357768" y="554990"/>
                  </a:cubicBezTo>
                  <a:cubicBezTo>
                    <a:pt x="2362848" y="543560"/>
                    <a:pt x="2366658" y="530860"/>
                    <a:pt x="2386978" y="520700"/>
                  </a:cubicBezTo>
                  <a:cubicBezTo>
                    <a:pt x="2506358" y="466090"/>
                    <a:pt x="3674758" y="412750"/>
                    <a:pt x="3805568" y="500380"/>
                  </a:cubicBezTo>
                  <a:cubicBezTo>
                    <a:pt x="3838588" y="521970"/>
                    <a:pt x="3848748" y="558800"/>
                    <a:pt x="3839858" y="582930"/>
                  </a:cubicBezTo>
                  <a:cubicBezTo>
                    <a:pt x="3830968" y="613410"/>
                    <a:pt x="3766198" y="637540"/>
                    <a:pt x="3720478" y="656590"/>
                  </a:cubicBezTo>
                  <a:cubicBezTo>
                    <a:pt x="3665868" y="678180"/>
                    <a:pt x="3613798" y="689610"/>
                    <a:pt x="3529978" y="695960"/>
                  </a:cubicBezTo>
                  <a:cubicBezTo>
                    <a:pt x="3372498" y="708660"/>
                    <a:pt x="3063888" y="688340"/>
                    <a:pt x="2849258" y="665480"/>
                  </a:cubicBezTo>
                  <a:cubicBezTo>
                    <a:pt x="2653678" y="645160"/>
                    <a:pt x="2422538" y="601980"/>
                    <a:pt x="2292998" y="574040"/>
                  </a:cubicBezTo>
                  <a:cubicBezTo>
                    <a:pt x="2223148" y="560070"/>
                    <a:pt x="2195208" y="544830"/>
                    <a:pt x="2134248" y="532130"/>
                  </a:cubicBezTo>
                  <a:cubicBezTo>
                    <a:pt x="2050428" y="516890"/>
                    <a:pt x="1904378" y="518160"/>
                    <a:pt x="1835798" y="494030"/>
                  </a:cubicBezTo>
                  <a:cubicBezTo>
                    <a:pt x="1795158" y="481330"/>
                    <a:pt x="1757058" y="468630"/>
                    <a:pt x="1744358" y="441960"/>
                  </a:cubicBezTo>
                  <a:cubicBezTo>
                    <a:pt x="1732928" y="416560"/>
                    <a:pt x="1743088" y="359410"/>
                    <a:pt x="1764678" y="337820"/>
                  </a:cubicBezTo>
                  <a:cubicBezTo>
                    <a:pt x="1788808" y="312420"/>
                    <a:pt x="1831988" y="316230"/>
                    <a:pt x="1892948" y="309880"/>
                  </a:cubicBezTo>
                  <a:cubicBezTo>
                    <a:pt x="2032648" y="295910"/>
                    <a:pt x="2441588" y="314960"/>
                    <a:pt x="2596528" y="322580"/>
                  </a:cubicBezTo>
                  <a:cubicBezTo>
                    <a:pt x="2672728" y="326390"/>
                    <a:pt x="2691778" y="335280"/>
                    <a:pt x="2765438" y="337820"/>
                  </a:cubicBezTo>
                  <a:cubicBezTo>
                    <a:pt x="2905138" y="341630"/>
                    <a:pt x="3296298" y="300990"/>
                    <a:pt x="3367418" y="317500"/>
                  </a:cubicBezTo>
                  <a:cubicBezTo>
                    <a:pt x="3383928" y="321310"/>
                    <a:pt x="3387738" y="325120"/>
                    <a:pt x="3395358" y="332740"/>
                  </a:cubicBezTo>
                  <a:cubicBezTo>
                    <a:pt x="3405518" y="342900"/>
                    <a:pt x="3415678" y="360680"/>
                    <a:pt x="3416948" y="374650"/>
                  </a:cubicBezTo>
                  <a:cubicBezTo>
                    <a:pt x="3419488" y="389890"/>
                    <a:pt x="3414408" y="408940"/>
                    <a:pt x="3405518" y="420370"/>
                  </a:cubicBezTo>
                  <a:cubicBezTo>
                    <a:pt x="3397898" y="433070"/>
                    <a:pt x="3380118" y="443230"/>
                    <a:pt x="3366148" y="447040"/>
                  </a:cubicBezTo>
                  <a:cubicBezTo>
                    <a:pt x="3355988" y="450850"/>
                    <a:pt x="3349638" y="449580"/>
                    <a:pt x="3334398" y="447040"/>
                  </a:cubicBezTo>
                  <a:cubicBezTo>
                    <a:pt x="3295028" y="439420"/>
                    <a:pt x="3184538" y="378460"/>
                    <a:pt x="3122308" y="363220"/>
                  </a:cubicBezTo>
                  <a:cubicBezTo>
                    <a:pt x="3077858" y="350520"/>
                    <a:pt x="3058808" y="350520"/>
                    <a:pt x="3002928" y="346710"/>
                  </a:cubicBezTo>
                  <a:cubicBezTo>
                    <a:pt x="2864498" y="337820"/>
                    <a:pt x="2379358" y="365760"/>
                    <a:pt x="2285378" y="349250"/>
                  </a:cubicBezTo>
                  <a:cubicBezTo>
                    <a:pt x="2261248" y="345440"/>
                    <a:pt x="2252358" y="342900"/>
                    <a:pt x="2240928" y="332740"/>
                  </a:cubicBezTo>
                  <a:cubicBezTo>
                    <a:pt x="2229498" y="323850"/>
                    <a:pt x="2220608" y="306070"/>
                    <a:pt x="2218068" y="292100"/>
                  </a:cubicBezTo>
                  <a:cubicBezTo>
                    <a:pt x="2216798" y="276860"/>
                    <a:pt x="2220608" y="257810"/>
                    <a:pt x="2229498" y="245110"/>
                  </a:cubicBezTo>
                  <a:cubicBezTo>
                    <a:pt x="2237118" y="233680"/>
                    <a:pt x="2246008" y="226060"/>
                    <a:pt x="2267598" y="218440"/>
                  </a:cubicBezTo>
                  <a:cubicBezTo>
                    <a:pt x="2337448" y="194310"/>
                    <a:pt x="2604148" y="217170"/>
                    <a:pt x="2746388" y="196850"/>
                  </a:cubicBezTo>
                  <a:cubicBezTo>
                    <a:pt x="2867038" y="180340"/>
                    <a:pt x="2987688" y="133350"/>
                    <a:pt x="3072778" y="118110"/>
                  </a:cubicBezTo>
                  <a:cubicBezTo>
                    <a:pt x="3126118" y="107950"/>
                    <a:pt x="3159138" y="101600"/>
                    <a:pt x="3204858" y="102870"/>
                  </a:cubicBezTo>
                  <a:cubicBezTo>
                    <a:pt x="3253118" y="102870"/>
                    <a:pt x="3320428" y="105410"/>
                    <a:pt x="3353448" y="120650"/>
                  </a:cubicBezTo>
                  <a:cubicBezTo>
                    <a:pt x="3375038" y="129540"/>
                    <a:pt x="3391548" y="144780"/>
                    <a:pt x="3397898" y="161290"/>
                  </a:cubicBezTo>
                  <a:cubicBezTo>
                    <a:pt x="3404248" y="177800"/>
                    <a:pt x="3401708" y="204470"/>
                    <a:pt x="3390278" y="220980"/>
                  </a:cubicBezTo>
                  <a:cubicBezTo>
                    <a:pt x="3375038" y="242570"/>
                    <a:pt x="3333128" y="257810"/>
                    <a:pt x="3302648" y="267970"/>
                  </a:cubicBezTo>
                  <a:cubicBezTo>
                    <a:pt x="3274708" y="278130"/>
                    <a:pt x="3259468" y="280670"/>
                    <a:pt x="3213748" y="284480"/>
                  </a:cubicBezTo>
                  <a:cubicBezTo>
                    <a:pt x="3065158" y="298450"/>
                    <a:pt x="2510168" y="293370"/>
                    <a:pt x="2244738" y="288290"/>
                  </a:cubicBezTo>
                  <a:cubicBezTo>
                    <a:pt x="2060588" y="284480"/>
                    <a:pt x="1848498" y="293370"/>
                    <a:pt x="1777378" y="267970"/>
                  </a:cubicBezTo>
                  <a:cubicBezTo>
                    <a:pt x="1754518" y="259080"/>
                    <a:pt x="1744358" y="248920"/>
                    <a:pt x="1736738" y="234950"/>
                  </a:cubicBezTo>
                  <a:cubicBezTo>
                    <a:pt x="1727848" y="220980"/>
                    <a:pt x="1724038" y="199390"/>
                    <a:pt x="1726578" y="182880"/>
                  </a:cubicBezTo>
                  <a:cubicBezTo>
                    <a:pt x="1730388" y="166370"/>
                    <a:pt x="1743088" y="147320"/>
                    <a:pt x="1754518" y="137160"/>
                  </a:cubicBezTo>
                  <a:cubicBezTo>
                    <a:pt x="1763408" y="129540"/>
                    <a:pt x="1771028" y="125730"/>
                    <a:pt x="1786268" y="123190"/>
                  </a:cubicBezTo>
                  <a:cubicBezTo>
                    <a:pt x="1829448" y="115570"/>
                    <a:pt x="1955178" y="130810"/>
                    <a:pt x="2030108" y="144780"/>
                  </a:cubicBezTo>
                  <a:cubicBezTo>
                    <a:pt x="2098688" y="156210"/>
                    <a:pt x="2179968" y="161290"/>
                    <a:pt x="2223148" y="195580"/>
                  </a:cubicBezTo>
                  <a:cubicBezTo>
                    <a:pt x="2257438" y="223520"/>
                    <a:pt x="2285378" y="276860"/>
                    <a:pt x="2284108" y="313690"/>
                  </a:cubicBezTo>
                  <a:cubicBezTo>
                    <a:pt x="2282838" y="349250"/>
                    <a:pt x="2262518" y="389890"/>
                    <a:pt x="2223148" y="414020"/>
                  </a:cubicBezTo>
                  <a:cubicBezTo>
                    <a:pt x="2148218" y="461010"/>
                    <a:pt x="1945018" y="447040"/>
                    <a:pt x="1791348" y="453390"/>
                  </a:cubicBezTo>
                  <a:cubicBezTo>
                    <a:pt x="1614818" y="459740"/>
                    <a:pt x="1335418" y="453390"/>
                    <a:pt x="1223658" y="448310"/>
                  </a:cubicBezTo>
                  <a:cubicBezTo>
                    <a:pt x="1177938" y="445770"/>
                    <a:pt x="1156348" y="447040"/>
                    <a:pt x="1125868" y="440690"/>
                  </a:cubicBezTo>
                  <a:cubicBezTo>
                    <a:pt x="1097928" y="435610"/>
                    <a:pt x="1086498" y="422910"/>
                    <a:pt x="1047128" y="416560"/>
                  </a:cubicBezTo>
                  <a:cubicBezTo>
                    <a:pt x="942988" y="400050"/>
                    <a:pt x="517538" y="459740"/>
                    <a:pt x="450228" y="414020"/>
                  </a:cubicBezTo>
                  <a:cubicBezTo>
                    <a:pt x="427368" y="398780"/>
                    <a:pt x="424828" y="370840"/>
                    <a:pt x="424828" y="353060"/>
                  </a:cubicBezTo>
                  <a:cubicBezTo>
                    <a:pt x="424828" y="340360"/>
                    <a:pt x="428638" y="330200"/>
                    <a:pt x="434988" y="321310"/>
                  </a:cubicBezTo>
                  <a:cubicBezTo>
                    <a:pt x="443878" y="309880"/>
                    <a:pt x="460388" y="294640"/>
                    <a:pt x="475628" y="292100"/>
                  </a:cubicBezTo>
                  <a:cubicBezTo>
                    <a:pt x="494678" y="288290"/>
                    <a:pt x="532778" y="294640"/>
                    <a:pt x="540398" y="306070"/>
                  </a:cubicBezTo>
                  <a:cubicBezTo>
                    <a:pt x="545478" y="312420"/>
                    <a:pt x="527698" y="327660"/>
                    <a:pt x="534048" y="336550"/>
                  </a:cubicBezTo>
                  <a:cubicBezTo>
                    <a:pt x="561988" y="370840"/>
                    <a:pt x="884568" y="355600"/>
                    <a:pt x="1050938" y="358140"/>
                  </a:cubicBezTo>
                  <a:cubicBezTo>
                    <a:pt x="1205878" y="361950"/>
                    <a:pt x="1430668" y="334010"/>
                    <a:pt x="1500518" y="355600"/>
                  </a:cubicBezTo>
                  <a:cubicBezTo>
                    <a:pt x="1524648" y="363220"/>
                    <a:pt x="1536078" y="373380"/>
                    <a:pt x="1544968" y="387350"/>
                  </a:cubicBezTo>
                  <a:cubicBezTo>
                    <a:pt x="1555128" y="400050"/>
                    <a:pt x="1558938" y="424180"/>
                    <a:pt x="1557668" y="439420"/>
                  </a:cubicBezTo>
                  <a:cubicBezTo>
                    <a:pt x="1557668" y="452120"/>
                    <a:pt x="1552588" y="463550"/>
                    <a:pt x="1544968" y="473710"/>
                  </a:cubicBezTo>
                  <a:cubicBezTo>
                    <a:pt x="1536078" y="485140"/>
                    <a:pt x="1524648" y="496570"/>
                    <a:pt x="1500518" y="504190"/>
                  </a:cubicBezTo>
                  <a:cubicBezTo>
                    <a:pt x="1429398" y="525780"/>
                    <a:pt x="1174128" y="506730"/>
                    <a:pt x="1044588" y="500380"/>
                  </a:cubicBezTo>
                  <a:cubicBezTo>
                    <a:pt x="948068" y="496570"/>
                    <a:pt x="882028" y="492760"/>
                    <a:pt x="791858" y="477520"/>
                  </a:cubicBezTo>
                  <a:cubicBezTo>
                    <a:pt x="685178" y="458470"/>
                    <a:pt x="525158" y="419100"/>
                    <a:pt x="447688" y="388620"/>
                  </a:cubicBezTo>
                  <a:cubicBezTo>
                    <a:pt x="405778" y="373380"/>
                    <a:pt x="376568" y="365760"/>
                    <a:pt x="356248" y="339090"/>
                  </a:cubicBezTo>
                  <a:cubicBezTo>
                    <a:pt x="332118" y="308610"/>
                    <a:pt x="310528" y="241300"/>
                    <a:pt x="325768" y="205740"/>
                  </a:cubicBezTo>
                  <a:cubicBezTo>
                    <a:pt x="341008" y="167640"/>
                    <a:pt x="405778" y="139700"/>
                    <a:pt x="455308" y="124460"/>
                  </a:cubicBezTo>
                  <a:cubicBezTo>
                    <a:pt x="512458" y="105410"/>
                    <a:pt x="568338" y="120650"/>
                    <a:pt x="650888" y="113030"/>
                  </a:cubicBezTo>
                  <a:cubicBezTo>
                    <a:pt x="796938" y="97790"/>
                    <a:pt x="1106818" y="35560"/>
                    <a:pt x="1255408" y="25400"/>
                  </a:cubicBezTo>
                  <a:cubicBezTo>
                    <a:pt x="1343038" y="20320"/>
                    <a:pt x="1421778" y="12700"/>
                    <a:pt x="1462418" y="29210"/>
                  </a:cubicBezTo>
                  <a:cubicBezTo>
                    <a:pt x="1484008" y="38100"/>
                    <a:pt x="1496708" y="55880"/>
                    <a:pt x="1504328" y="69850"/>
                  </a:cubicBezTo>
                  <a:cubicBezTo>
                    <a:pt x="1510678" y="82550"/>
                    <a:pt x="1513218" y="95250"/>
                    <a:pt x="1511948" y="107950"/>
                  </a:cubicBezTo>
                  <a:cubicBezTo>
                    <a:pt x="1509408" y="124460"/>
                    <a:pt x="1500518" y="148590"/>
                    <a:pt x="1487818" y="161290"/>
                  </a:cubicBezTo>
                  <a:cubicBezTo>
                    <a:pt x="1475118" y="173990"/>
                    <a:pt x="1456068" y="184150"/>
                    <a:pt x="1435748" y="185420"/>
                  </a:cubicBezTo>
                  <a:cubicBezTo>
                    <a:pt x="1406538" y="187960"/>
                    <a:pt x="1386218" y="165100"/>
                    <a:pt x="1331608" y="157480"/>
                  </a:cubicBezTo>
                  <a:cubicBezTo>
                    <a:pt x="1143648" y="133350"/>
                    <a:pt x="189878" y="193040"/>
                    <a:pt x="57798" y="151130"/>
                  </a:cubicBezTo>
                  <a:cubicBezTo>
                    <a:pt x="31128" y="142240"/>
                    <a:pt x="22238" y="134620"/>
                    <a:pt x="13348" y="120650"/>
                  </a:cubicBezTo>
                  <a:cubicBezTo>
                    <a:pt x="3188" y="106680"/>
                    <a:pt x="-1892" y="83820"/>
                    <a:pt x="648" y="67310"/>
                  </a:cubicBezTo>
                  <a:cubicBezTo>
                    <a:pt x="1918" y="50800"/>
                    <a:pt x="12078" y="30480"/>
                    <a:pt x="24778" y="19050"/>
                  </a:cubicBezTo>
                  <a:cubicBezTo>
                    <a:pt x="37478" y="7620"/>
                    <a:pt x="76848" y="0"/>
                    <a:pt x="76848" y="0"/>
                  </a:cubicBezTo>
                </a:path>
              </a:pathLst>
            </a:custGeom>
            <a:solidFill>
              <a:srgbClr val="E7191F"/>
            </a:solidFill>
            <a:ln cap="sq">
              <a:noFill/>
              <a:prstDash val="solid"/>
              <a:miter/>
            </a:ln>
          </p:spPr>
          <p:txBody>
            <a:bodyPr/>
            <a:lstStyle/>
            <a:p>
              <a:endParaRPr lang="en-CA"/>
            </a:p>
          </p:txBody>
        </p:sp>
      </p:grpSp>
      <p:grpSp>
        <p:nvGrpSpPr>
          <p:cNvPr id="11" name="Group 11"/>
          <p:cNvGrpSpPr/>
          <p:nvPr/>
        </p:nvGrpSpPr>
        <p:grpSpPr>
          <a:xfrm>
            <a:off x="14815185" y="1163955"/>
            <a:ext cx="182880" cy="189548"/>
            <a:chOff x="0" y="0"/>
            <a:chExt cx="243840" cy="252730"/>
          </a:xfrm>
        </p:grpSpPr>
        <p:sp>
          <p:nvSpPr>
            <p:cNvPr id="12" name="Freeform 12"/>
            <p:cNvSpPr/>
            <p:nvPr/>
          </p:nvSpPr>
          <p:spPr>
            <a:xfrm>
              <a:off x="47065" y="50749"/>
              <a:ext cx="145975" cy="151990"/>
            </a:xfrm>
            <a:custGeom>
              <a:avLst/>
              <a:gdLst/>
              <a:ahLst/>
              <a:cxnLst/>
              <a:rect l="l" t="t" r="r" b="b"/>
              <a:pathLst>
                <a:path w="145975" h="151990">
                  <a:moveTo>
                    <a:pt x="145975" y="52121"/>
                  </a:moveTo>
                  <a:cubicBezTo>
                    <a:pt x="126925" y="133401"/>
                    <a:pt x="115495" y="139751"/>
                    <a:pt x="105335" y="144831"/>
                  </a:cubicBezTo>
                  <a:cubicBezTo>
                    <a:pt x="93905" y="149911"/>
                    <a:pt x="82475" y="153721"/>
                    <a:pt x="68505" y="151181"/>
                  </a:cubicBezTo>
                  <a:cubicBezTo>
                    <a:pt x="50725" y="147371"/>
                    <a:pt x="18975" y="132131"/>
                    <a:pt x="8815" y="114351"/>
                  </a:cubicBezTo>
                  <a:cubicBezTo>
                    <a:pt x="-2615" y="96571"/>
                    <a:pt x="-1345" y="61011"/>
                    <a:pt x="3735" y="43231"/>
                  </a:cubicBezTo>
                  <a:cubicBezTo>
                    <a:pt x="7545" y="30531"/>
                    <a:pt x="17705" y="22911"/>
                    <a:pt x="26595" y="15291"/>
                  </a:cubicBezTo>
                  <a:cubicBezTo>
                    <a:pt x="35485" y="7671"/>
                    <a:pt x="46915" y="1321"/>
                    <a:pt x="59615" y="51"/>
                  </a:cubicBezTo>
                  <a:cubicBezTo>
                    <a:pt x="78665" y="-1219"/>
                    <a:pt x="126925" y="21641"/>
                    <a:pt x="126925" y="21641"/>
                  </a:cubicBezTo>
                </a:path>
              </a:pathLst>
            </a:custGeom>
            <a:solidFill>
              <a:srgbClr val="E7191F"/>
            </a:solidFill>
            <a:ln cap="sq">
              <a:noFill/>
              <a:prstDash val="solid"/>
              <a:miter/>
            </a:ln>
          </p:spPr>
          <p:txBody>
            <a:bodyPr/>
            <a:lstStyle/>
            <a:p>
              <a:endParaRPr lang="en-CA"/>
            </a:p>
          </p:txBody>
        </p:sp>
      </p:grpSp>
      <p:grpSp>
        <p:nvGrpSpPr>
          <p:cNvPr id="13" name="Group 13"/>
          <p:cNvGrpSpPr/>
          <p:nvPr/>
        </p:nvGrpSpPr>
        <p:grpSpPr>
          <a:xfrm>
            <a:off x="11787188" y="1043940"/>
            <a:ext cx="3810000" cy="726757"/>
            <a:chOff x="0" y="0"/>
            <a:chExt cx="5080000" cy="969010"/>
          </a:xfrm>
        </p:grpSpPr>
        <p:sp>
          <p:nvSpPr>
            <p:cNvPr id="14" name="Freeform 14"/>
            <p:cNvSpPr/>
            <p:nvPr/>
          </p:nvSpPr>
          <p:spPr>
            <a:xfrm>
              <a:off x="49504" y="45162"/>
              <a:ext cx="4979889" cy="874021"/>
            </a:xfrm>
            <a:custGeom>
              <a:avLst/>
              <a:gdLst/>
              <a:ahLst/>
              <a:cxnLst/>
              <a:rect l="l" t="t" r="r" b="b"/>
              <a:pathLst>
                <a:path w="4979889" h="874021">
                  <a:moveTo>
                    <a:pt x="3898926" y="549198"/>
                  </a:moveTo>
                  <a:cubicBezTo>
                    <a:pt x="4127526" y="285038"/>
                    <a:pt x="4158006" y="318058"/>
                    <a:pt x="4166896" y="351078"/>
                  </a:cubicBezTo>
                  <a:cubicBezTo>
                    <a:pt x="4183406" y="413308"/>
                    <a:pt x="4105936" y="588568"/>
                    <a:pt x="4079266" y="659688"/>
                  </a:cubicBezTo>
                  <a:cubicBezTo>
                    <a:pt x="4064026" y="697788"/>
                    <a:pt x="4061486" y="724458"/>
                    <a:pt x="4037356" y="746048"/>
                  </a:cubicBezTo>
                  <a:cubicBezTo>
                    <a:pt x="4006876" y="773988"/>
                    <a:pt x="3928136" y="809548"/>
                    <a:pt x="3892576" y="795578"/>
                  </a:cubicBezTo>
                  <a:cubicBezTo>
                    <a:pt x="3859556" y="782878"/>
                    <a:pt x="3839236" y="718108"/>
                    <a:pt x="3826536" y="672388"/>
                  </a:cubicBezTo>
                  <a:cubicBezTo>
                    <a:pt x="3813836" y="622858"/>
                    <a:pt x="3799866" y="535228"/>
                    <a:pt x="3822726" y="508558"/>
                  </a:cubicBezTo>
                  <a:cubicBezTo>
                    <a:pt x="3841776" y="486968"/>
                    <a:pt x="3916706" y="483158"/>
                    <a:pt x="3924326" y="497128"/>
                  </a:cubicBezTo>
                  <a:cubicBezTo>
                    <a:pt x="3933216" y="509828"/>
                    <a:pt x="3891306" y="558088"/>
                    <a:pt x="3869716" y="587298"/>
                  </a:cubicBezTo>
                  <a:cubicBezTo>
                    <a:pt x="3846856" y="619048"/>
                    <a:pt x="3825266" y="655878"/>
                    <a:pt x="3790976" y="677468"/>
                  </a:cubicBezTo>
                  <a:cubicBezTo>
                    <a:pt x="3754146" y="700328"/>
                    <a:pt x="3695726" y="710488"/>
                    <a:pt x="3655086" y="714298"/>
                  </a:cubicBezTo>
                  <a:cubicBezTo>
                    <a:pt x="3622066" y="716838"/>
                    <a:pt x="3592856" y="714298"/>
                    <a:pt x="3567456" y="707948"/>
                  </a:cubicBezTo>
                  <a:cubicBezTo>
                    <a:pt x="3545866" y="702868"/>
                    <a:pt x="3525546" y="697788"/>
                    <a:pt x="3511576" y="685088"/>
                  </a:cubicBezTo>
                  <a:cubicBezTo>
                    <a:pt x="3497606" y="671118"/>
                    <a:pt x="3488716" y="646988"/>
                    <a:pt x="3486176" y="630478"/>
                  </a:cubicBezTo>
                  <a:cubicBezTo>
                    <a:pt x="3483636" y="616508"/>
                    <a:pt x="3486176" y="602538"/>
                    <a:pt x="3492526" y="589838"/>
                  </a:cubicBezTo>
                  <a:cubicBezTo>
                    <a:pt x="3500146" y="574598"/>
                    <a:pt x="3514116" y="556818"/>
                    <a:pt x="3534436" y="546658"/>
                  </a:cubicBezTo>
                  <a:cubicBezTo>
                    <a:pt x="3564916" y="532688"/>
                    <a:pt x="3628416" y="533958"/>
                    <a:pt x="3666516" y="539038"/>
                  </a:cubicBezTo>
                  <a:cubicBezTo>
                    <a:pt x="3698266" y="542848"/>
                    <a:pt x="3722396" y="559358"/>
                    <a:pt x="3750336" y="564438"/>
                  </a:cubicBezTo>
                  <a:cubicBezTo>
                    <a:pt x="3775736" y="568248"/>
                    <a:pt x="3798596" y="560628"/>
                    <a:pt x="3829076" y="568248"/>
                  </a:cubicBezTo>
                  <a:cubicBezTo>
                    <a:pt x="3872256" y="579678"/>
                    <a:pt x="3970046" y="655878"/>
                    <a:pt x="3985286" y="643178"/>
                  </a:cubicBezTo>
                  <a:cubicBezTo>
                    <a:pt x="3996716" y="633018"/>
                    <a:pt x="3957346" y="584758"/>
                    <a:pt x="3958616" y="553008"/>
                  </a:cubicBezTo>
                  <a:cubicBezTo>
                    <a:pt x="3961156" y="514908"/>
                    <a:pt x="3992906" y="464108"/>
                    <a:pt x="4013226" y="429818"/>
                  </a:cubicBezTo>
                  <a:cubicBezTo>
                    <a:pt x="4029736" y="403148"/>
                    <a:pt x="4071646" y="386638"/>
                    <a:pt x="4067836" y="363778"/>
                  </a:cubicBezTo>
                  <a:cubicBezTo>
                    <a:pt x="4058946" y="324408"/>
                    <a:pt x="3897656" y="249478"/>
                    <a:pt x="3839236" y="243128"/>
                  </a:cubicBezTo>
                  <a:cubicBezTo>
                    <a:pt x="3804946" y="240588"/>
                    <a:pt x="3783356" y="262178"/>
                    <a:pt x="3755416" y="267258"/>
                  </a:cubicBezTo>
                  <a:cubicBezTo>
                    <a:pt x="3727476" y="271068"/>
                    <a:pt x="3716046" y="268528"/>
                    <a:pt x="3672866" y="268528"/>
                  </a:cubicBezTo>
                  <a:cubicBezTo>
                    <a:pt x="3510306" y="271068"/>
                    <a:pt x="2693696" y="290118"/>
                    <a:pt x="2517166" y="267258"/>
                  </a:cubicBezTo>
                  <a:cubicBezTo>
                    <a:pt x="2462556" y="259638"/>
                    <a:pt x="2461286" y="245668"/>
                    <a:pt x="2413026" y="240588"/>
                  </a:cubicBezTo>
                  <a:cubicBezTo>
                    <a:pt x="2308886" y="226618"/>
                    <a:pt x="2011706" y="258368"/>
                    <a:pt x="1906296" y="238048"/>
                  </a:cubicBezTo>
                  <a:cubicBezTo>
                    <a:pt x="1854226" y="229158"/>
                    <a:pt x="1837716" y="206298"/>
                    <a:pt x="1795806" y="197408"/>
                  </a:cubicBezTo>
                  <a:cubicBezTo>
                    <a:pt x="1739926" y="184708"/>
                    <a:pt x="1672616" y="183438"/>
                    <a:pt x="1596416" y="180898"/>
                  </a:cubicBezTo>
                  <a:cubicBezTo>
                    <a:pt x="1496086" y="177088"/>
                    <a:pt x="1328446" y="170738"/>
                    <a:pt x="1245896" y="180898"/>
                  </a:cubicBezTo>
                  <a:cubicBezTo>
                    <a:pt x="1200176" y="185978"/>
                    <a:pt x="1153186" y="218998"/>
                    <a:pt x="1140486" y="206298"/>
                  </a:cubicBezTo>
                  <a:cubicBezTo>
                    <a:pt x="1127786" y="193598"/>
                    <a:pt x="1149376" y="123748"/>
                    <a:pt x="1173506" y="99618"/>
                  </a:cubicBezTo>
                  <a:cubicBezTo>
                    <a:pt x="1198906" y="75488"/>
                    <a:pt x="1243356" y="71678"/>
                    <a:pt x="1292886" y="65328"/>
                  </a:cubicBezTo>
                  <a:cubicBezTo>
                    <a:pt x="1374166" y="56438"/>
                    <a:pt x="1496086" y="67868"/>
                    <a:pt x="1618006" y="78028"/>
                  </a:cubicBezTo>
                  <a:cubicBezTo>
                    <a:pt x="1776756" y="89458"/>
                    <a:pt x="2089176" y="109778"/>
                    <a:pt x="2164106" y="142798"/>
                  </a:cubicBezTo>
                  <a:cubicBezTo>
                    <a:pt x="2186966" y="152958"/>
                    <a:pt x="2194586" y="163118"/>
                    <a:pt x="2203476" y="174548"/>
                  </a:cubicBezTo>
                  <a:cubicBezTo>
                    <a:pt x="2209826" y="184708"/>
                    <a:pt x="2212366" y="196138"/>
                    <a:pt x="2212366" y="207568"/>
                  </a:cubicBezTo>
                  <a:cubicBezTo>
                    <a:pt x="2211096" y="222808"/>
                    <a:pt x="2206016" y="243128"/>
                    <a:pt x="2195856" y="255828"/>
                  </a:cubicBezTo>
                  <a:cubicBezTo>
                    <a:pt x="2185696" y="267258"/>
                    <a:pt x="2174266" y="276148"/>
                    <a:pt x="2151406" y="279958"/>
                  </a:cubicBezTo>
                  <a:cubicBezTo>
                    <a:pt x="2099336" y="290118"/>
                    <a:pt x="1958366" y="245668"/>
                    <a:pt x="1866926" y="236778"/>
                  </a:cubicBezTo>
                  <a:cubicBezTo>
                    <a:pt x="1781836" y="229158"/>
                    <a:pt x="1736116" y="229158"/>
                    <a:pt x="1619276" y="226618"/>
                  </a:cubicBezTo>
                  <a:cubicBezTo>
                    <a:pt x="1332256" y="221538"/>
                    <a:pt x="288316" y="196138"/>
                    <a:pt x="135916" y="231698"/>
                  </a:cubicBezTo>
                  <a:cubicBezTo>
                    <a:pt x="106706" y="238048"/>
                    <a:pt x="102896" y="254558"/>
                    <a:pt x="86386" y="255828"/>
                  </a:cubicBezTo>
                  <a:cubicBezTo>
                    <a:pt x="68606" y="257098"/>
                    <a:pt x="45746" y="249478"/>
                    <a:pt x="31776" y="240588"/>
                  </a:cubicBezTo>
                  <a:cubicBezTo>
                    <a:pt x="20346" y="232968"/>
                    <a:pt x="11456" y="224078"/>
                    <a:pt x="7646" y="210108"/>
                  </a:cubicBezTo>
                  <a:cubicBezTo>
                    <a:pt x="1296" y="192328"/>
                    <a:pt x="1296" y="155498"/>
                    <a:pt x="10186" y="136448"/>
                  </a:cubicBezTo>
                  <a:cubicBezTo>
                    <a:pt x="19076" y="119938"/>
                    <a:pt x="30506" y="109778"/>
                    <a:pt x="54636" y="100888"/>
                  </a:cubicBezTo>
                  <a:cubicBezTo>
                    <a:pt x="109246" y="81838"/>
                    <a:pt x="293396" y="94538"/>
                    <a:pt x="365786" y="103428"/>
                  </a:cubicBezTo>
                  <a:cubicBezTo>
                    <a:pt x="403886" y="107238"/>
                    <a:pt x="414046" y="117398"/>
                    <a:pt x="454686" y="122478"/>
                  </a:cubicBezTo>
                  <a:cubicBezTo>
                    <a:pt x="537236" y="132638"/>
                    <a:pt x="709956" y="126288"/>
                    <a:pt x="843306" y="137718"/>
                  </a:cubicBezTo>
                  <a:cubicBezTo>
                    <a:pt x="989356" y="151688"/>
                    <a:pt x="1214146" y="166928"/>
                    <a:pt x="1295426" y="199948"/>
                  </a:cubicBezTo>
                  <a:cubicBezTo>
                    <a:pt x="1329716" y="213918"/>
                    <a:pt x="1350036" y="229158"/>
                    <a:pt x="1361466" y="249478"/>
                  </a:cubicBezTo>
                  <a:cubicBezTo>
                    <a:pt x="1371626" y="268528"/>
                    <a:pt x="1370356" y="299008"/>
                    <a:pt x="1364006" y="316788"/>
                  </a:cubicBezTo>
                  <a:cubicBezTo>
                    <a:pt x="1357656" y="332028"/>
                    <a:pt x="1344956" y="343458"/>
                    <a:pt x="1327176" y="352348"/>
                  </a:cubicBezTo>
                  <a:cubicBezTo>
                    <a:pt x="1299236" y="366318"/>
                    <a:pt x="1264946" y="367588"/>
                    <a:pt x="1203986" y="372668"/>
                  </a:cubicBezTo>
                  <a:cubicBezTo>
                    <a:pt x="1021106" y="387908"/>
                    <a:pt x="234976" y="414578"/>
                    <a:pt x="111786" y="376478"/>
                  </a:cubicBezTo>
                  <a:cubicBezTo>
                    <a:pt x="83846" y="367588"/>
                    <a:pt x="76226" y="358698"/>
                    <a:pt x="66066" y="344728"/>
                  </a:cubicBezTo>
                  <a:cubicBezTo>
                    <a:pt x="55906" y="330758"/>
                    <a:pt x="49556" y="307898"/>
                    <a:pt x="52096" y="290118"/>
                  </a:cubicBezTo>
                  <a:cubicBezTo>
                    <a:pt x="54636" y="272338"/>
                    <a:pt x="64796" y="252018"/>
                    <a:pt x="78766" y="240588"/>
                  </a:cubicBezTo>
                  <a:cubicBezTo>
                    <a:pt x="91466" y="227888"/>
                    <a:pt x="102896" y="225348"/>
                    <a:pt x="130836" y="220268"/>
                  </a:cubicBezTo>
                  <a:cubicBezTo>
                    <a:pt x="224816" y="203758"/>
                    <a:pt x="549936" y="231698"/>
                    <a:pt x="770916" y="226618"/>
                  </a:cubicBezTo>
                  <a:cubicBezTo>
                    <a:pt x="1007136" y="221538"/>
                    <a:pt x="1200176" y="194868"/>
                    <a:pt x="1506246" y="184708"/>
                  </a:cubicBezTo>
                  <a:cubicBezTo>
                    <a:pt x="2015516" y="169468"/>
                    <a:pt x="3065806" y="202488"/>
                    <a:pt x="3540786" y="178358"/>
                  </a:cubicBezTo>
                  <a:cubicBezTo>
                    <a:pt x="3797326" y="165658"/>
                    <a:pt x="3921786" y="131368"/>
                    <a:pt x="4132606" y="119938"/>
                  </a:cubicBezTo>
                  <a:cubicBezTo>
                    <a:pt x="4373906" y="105968"/>
                    <a:pt x="4801896" y="89458"/>
                    <a:pt x="4904766" y="107238"/>
                  </a:cubicBezTo>
                  <a:cubicBezTo>
                    <a:pt x="4932706" y="112318"/>
                    <a:pt x="4942866" y="114858"/>
                    <a:pt x="4954296" y="126288"/>
                  </a:cubicBezTo>
                  <a:cubicBezTo>
                    <a:pt x="4966996" y="136448"/>
                    <a:pt x="4978426" y="155498"/>
                    <a:pt x="4979696" y="173278"/>
                  </a:cubicBezTo>
                  <a:cubicBezTo>
                    <a:pt x="4980966" y="192328"/>
                    <a:pt x="4968266" y="224078"/>
                    <a:pt x="4954296" y="238048"/>
                  </a:cubicBezTo>
                  <a:cubicBezTo>
                    <a:pt x="4942866" y="249478"/>
                    <a:pt x="4932706" y="252018"/>
                    <a:pt x="4904766" y="255828"/>
                  </a:cubicBezTo>
                  <a:cubicBezTo>
                    <a:pt x="4805706" y="274878"/>
                    <a:pt x="4384066" y="241858"/>
                    <a:pt x="4170706" y="257098"/>
                  </a:cubicBezTo>
                  <a:cubicBezTo>
                    <a:pt x="4005606" y="268528"/>
                    <a:pt x="3757956" y="351078"/>
                    <a:pt x="3731286" y="316788"/>
                  </a:cubicBezTo>
                  <a:cubicBezTo>
                    <a:pt x="3719856" y="302818"/>
                    <a:pt x="3746526" y="265988"/>
                    <a:pt x="3760496" y="244398"/>
                  </a:cubicBezTo>
                  <a:cubicBezTo>
                    <a:pt x="3775736" y="222808"/>
                    <a:pt x="3796056" y="198678"/>
                    <a:pt x="3820186" y="189788"/>
                  </a:cubicBezTo>
                  <a:cubicBezTo>
                    <a:pt x="3848126" y="178358"/>
                    <a:pt x="3873526" y="188518"/>
                    <a:pt x="3917976" y="191058"/>
                  </a:cubicBezTo>
                  <a:cubicBezTo>
                    <a:pt x="4023386" y="198678"/>
                    <a:pt x="4356126" y="229158"/>
                    <a:pt x="4437406" y="252018"/>
                  </a:cubicBezTo>
                  <a:cubicBezTo>
                    <a:pt x="4462806" y="258368"/>
                    <a:pt x="4474236" y="262178"/>
                    <a:pt x="4486936" y="273608"/>
                  </a:cubicBezTo>
                  <a:cubicBezTo>
                    <a:pt x="4498366" y="286308"/>
                    <a:pt x="4507256" y="307898"/>
                    <a:pt x="4508526" y="323138"/>
                  </a:cubicBezTo>
                  <a:cubicBezTo>
                    <a:pt x="4509796" y="335838"/>
                    <a:pt x="4508526" y="348538"/>
                    <a:pt x="4502176" y="359968"/>
                  </a:cubicBezTo>
                  <a:cubicBezTo>
                    <a:pt x="4492016" y="375208"/>
                    <a:pt x="4472966" y="394258"/>
                    <a:pt x="4446296" y="403148"/>
                  </a:cubicBezTo>
                  <a:cubicBezTo>
                    <a:pt x="4395496" y="420928"/>
                    <a:pt x="4286276" y="399338"/>
                    <a:pt x="4207536" y="405688"/>
                  </a:cubicBezTo>
                  <a:cubicBezTo>
                    <a:pt x="4128796" y="412038"/>
                    <a:pt x="4046246" y="427278"/>
                    <a:pt x="3970046" y="439978"/>
                  </a:cubicBezTo>
                  <a:cubicBezTo>
                    <a:pt x="3900196" y="451408"/>
                    <a:pt x="3834156" y="462838"/>
                    <a:pt x="3768116" y="478078"/>
                  </a:cubicBezTo>
                  <a:cubicBezTo>
                    <a:pt x="3703346" y="494588"/>
                    <a:pt x="3599206" y="553008"/>
                    <a:pt x="3577616" y="535228"/>
                  </a:cubicBezTo>
                  <a:cubicBezTo>
                    <a:pt x="3562376" y="522528"/>
                    <a:pt x="3571266" y="462838"/>
                    <a:pt x="3589046" y="448868"/>
                  </a:cubicBezTo>
                  <a:cubicBezTo>
                    <a:pt x="3606826" y="432358"/>
                    <a:pt x="3643656" y="446328"/>
                    <a:pt x="3689376" y="451408"/>
                  </a:cubicBezTo>
                  <a:cubicBezTo>
                    <a:pt x="3784626" y="461568"/>
                    <a:pt x="4011956" y="518718"/>
                    <a:pt x="4131336" y="536498"/>
                  </a:cubicBezTo>
                  <a:cubicBezTo>
                    <a:pt x="4212616" y="547928"/>
                    <a:pt x="4293896" y="523798"/>
                    <a:pt x="4338346" y="555548"/>
                  </a:cubicBezTo>
                  <a:cubicBezTo>
                    <a:pt x="4375176" y="583488"/>
                    <a:pt x="4406926" y="663498"/>
                    <a:pt x="4394226" y="696518"/>
                  </a:cubicBezTo>
                  <a:cubicBezTo>
                    <a:pt x="4382796" y="728268"/>
                    <a:pt x="4329456" y="743508"/>
                    <a:pt x="4273576" y="756208"/>
                  </a:cubicBezTo>
                  <a:cubicBezTo>
                    <a:pt x="4171976" y="780338"/>
                    <a:pt x="3906546" y="748588"/>
                    <a:pt x="3811296" y="761288"/>
                  </a:cubicBezTo>
                  <a:cubicBezTo>
                    <a:pt x="3768116" y="766368"/>
                    <a:pt x="3755416" y="779068"/>
                    <a:pt x="3717316" y="785418"/>
                  </a:cubicBezTo>
                  <a:cubicBezTo>
                    <a:pt x="3663976" y="793038"/>
                    <a:pt x="3585236" y="785418"/>
                    <a:pt x="3519196" y="791768"/>
                  </a:cubicBezTo>
                  <a:cubicBezTo>
                    <a:pt x="3454426" y="798118"/>
                    <a:pt x="3362986" y="826058"/>
                    <a:pt x="3323616" y="822248"/>
                  </a:cubicBezTo>
                  <a:cubicBezTo>
                    <a:pt x="3307106" y="820978"/>
                    <a:pt x="3298216" y="817168"/>
                    <a:pt x="3286786" y="808278"/>
                  </a:cubicBezTo>
                  <a:cubicBezTo>
                    <a:pt x="3274086" y="798118"/>
                    <a:pt x="3257576" y="777798"/>
                    <a:pt x="3253766" y="760018"/>
                  </a:cubicBezTo>
                  <a:cubicBezTo>
                    <a:pt x="3249956" y="738428"/>
                    <a:pt x="3258846" y="701598"/>
                    <a:pt x="3272816" y="685088"/>
                  </a:cubicBezTo>
                  <a:cubicBezTo>
                    <a:pt x="3284246" y="669848"/>
                    <a:pt x="3299486" y="663498"/>
                    <a:pt x="3324886" y="657148"/>
                  </a:cubicBezTo>
                  <a:cubicBezTo>
                    <a:pt x="3379496" y="644448"/>
                    <a:pt x="3493796" y="654608"/>
                    <a:pt x="3600476" y="657148"/>
                  </a:cubicBezTo>
                  <a:cubicBezTo>
                    <a:pt x="3752876" y="662228"/>
                    <a:pt x="4037356" y="676198"/>
                    <a:pt x="4150386" y="691438"/>
                  </a:cubicBezTo>
                  <a:cubicBezTo>
                    <a:pt x="4202456" y="697788"/>
                    <a:pt x="4232936" y="719378"/>
                    <a:pt x="4263416" y="715568"/>
                  </a:cubicBezTo>
                  <a:cubicBezTo>
                    <a:pt x="4285006" y="713028"/>
                    <a:pt x="4298976" y="688898"/>
                    <a:pt x="4318026" y="688898"/>
                  </a:cubicBezTo>
                  <a:cubicBezTo>
                    <a:pt x="4339616" y="690168"/>
                    <a:pt x="4371366" y="710488"/>
                    <a:pt x="4382796" y="726998"/>
                  </a:cubicBezTo>
                  <a:cubicBezTo>
                    <a:pt x="4394226" y="742238"/>
                    <a:pt x="4398036" y="766368"/>
                    <a:pt x="4394226" y="784148"/>
                  </a:cubicBezTo>
                  <a:cubicBezTo>
                    <a:pt x="4391686" y="801928"/>
                    <a:pt x="4378986" y="822248"/>
                    <a:pt x="4365016" y="833678"/>
                  </a:cubicBezTo>
                  <a:cubicBezTo>
                    <a:pt x="4351046" y="845108"/>
                    <a:pt x="4329456" y="852728"/>
                    <a:pt x="4310406" y="851458"/>
                  </a:cubicBezTo>
                  <a:cubicBezTo>
                    <a:pt x="4291356" y="850188"/>
                    <a:pt x="4264686" y="833678"/>
                    <a:pt x="4251986" y="823518"/>
                  </a:cubicBezTo>
                  <a:cubicBezTo>
                    <a:pt x="4245636" y="815898"/>
                    <a:pt x="4241826" y="810818"/>
                    <a:pt x="4239286" y="800658"/>
                  </a:cubicBezTo>
                  <a:cubicBezTo>
                    <a:pt x="4235476" y="782878"/>
                    <a:pt x="4234206" y="743508"/>
                    <a:pt x="4246906" y="724458"/>
                  </a:cubicBezTo>
                  <a:cubicBezTo>
                    <a:pt x="4259606" y="706678"/>
                    <a:pt x="4292626" y="688898"/>
                    <a:pt x="4314216" y="688898"/>
                  </a:cubicBezTo>
                  <a:cubicBezTo>
                    <a:pt x="4337076" y="688898"/>
                    <a:pt x="4368826" y="706678"/>
                    <a:pt x="4381526" y="724458"/>
                  </a:cubicBezTo>
                  <a:cubicBezTo>
                    <a:pt x="4394226" y="743508"/>
                    <a:pt x="4398036" y="780338"/>
                    <a:pt x="4390416" y="800658"/>
                  </a:cubicBezTo>
                  <a:cubicBezTo>
                    <a:pt x="4381526" y="820978"/>
                    <a:pt x="4353586" y="845108"/>
                    <a:pt x="4331996" y="850188"/>
                  </a:cubicBezTo>
                  <a:cubicBezTo>
                    <a:pt x="4310406" y="853998"/>
                    <a:pt x="4274846" y="845108"/>
                    <a:pt x="4258336" y="829868"/>
                  </a:cubicBezTo>
                  <a:cubicBezTo>
                    <a:pt x="4241826" y="813358"/>
                    <a:pt x="4232936" y="777798"/>
                    <a:pt x="4234206" y="757478"/>
                  </a:cubicBezTo>
                  <a:cubicBezTo>
                    <a:pt x="4235476" y="739698"/>
                    <a:pt x="4245636" y="721918"/>
                    <a:pt x="4258336" y="711758"/>
                  </a:cubicBezTo>
                  <a:cubicBezTo>
                    <a:pt x="4274846" y="697788"/>
                    <a:pt x="4310406" y="687628"/>
                    <a:pt x="4331996" y="691438"/>
                  </a:cubicBezTo>
                  <a:cubicBezTo>
                    <a:pt x="4351046" y="695248"/>
                    <a:pt x="4373906" y="710488"/>
                    <a:pt x="4382796" y="726998"/>
                  </a:cubicBezTo>
                  <a:cubicBezTo>
                    <a:pt x="4394226" y="746048"/>
                    <a:pt x="4396766" y="782878"/>
                    <a:pt x="4389146" y="801928"/>
                  </a:cubicBezTo>
                  <a:cubicBezTo>
                    <a:pt x="4382796" y="819708"/>
                    <a:pt x="4363746" y="836218"/>
                    <a:pt x="4348506" y="843838"/>
                  </a:cubicBezTo>
                  <a:cubicBezTo>
                    <a:pt x="4337076" y="850188"/>
                    <a:pt x="4311676" y="847648"/>
                    <a:pt x="4310406" y="851458"/>
                  </a:cubicBezTo>
                  <a:cubicBezTo>
                    <a:pt x="4310406" y="855268"/>
                    <a:pt x="4347236" y="862888"/>
                    <a:pt x="4347236" y="866698"/>
                  </a:cubicBezTo>
                  <a:cubicBezTo>
                    <a:pt x="4345966" y="873048"/>
                    <a:pt x="4277386" y="875588"/>
                    <a:pt x="4244366" y="873048"/>
                  </a:cubicBezTo>
                  <a:cubicBezTo>
                    <a:pt x="4211346" y="869238"/>
                    <a:pt x="4193566" y="855268"/>
                    <a:pt x="4149116" y="848918"/>
                  </a:cubicBezTo>
                  <a:cubicBezTo>
                    <a:pt x="4056406" y="834948"/>
                    <a:pt x="3848126" y="828598"/>
                    <a:pt x="3705886" y="823518"/>
                  </a:cubicBezTo>
                  <a:cubicBezTo>
                    <a:pt x="3573806" y="819708"/>
                    <a:pt x="3392196" y="838758"/>
                    <a:pt x="3323616" y="822248"/>
                  </a:cubicBezTo>
                  <a:cubicBezTo>
                    <a:pt x="3298216" y="815898"/>
                    <a:pt x="3284246" y="808278"/>
                    <a:pt x="3272816" y="794308"/>
                  </a:cubicBezTo>
                  <a:cubicBezTo>
                    <a:pt x="3260116" y="780338"/>
                    <a:pt x="3251226" y="757478"/>
                    <a:pt x="3251226" y="739698"/>
                  </a:cubicBezTo>
                  <a:cubicBezTo>
                    <a:pt x="3251226" y="720648"/>
                    <a:pt x="3262656" y="697788"/>
                    <a:pt x="3272816" y="685088"/>
                  </a:cubicBezTo>
                  <a:cubicBezTo>
                    <a:pt x="3281706" y="673658"/>
                    <a:pt x="3290596" y="668578"/>
                    <a:pt x="3305836" y="662228"/>
                  </a:cubicBezTo>
                  <a:cubicBezTo>
                    <a:pt x="3327426" y="653338"/>
                    <a:pt x="3357906" y="648258"/>
                    <a:pt x="3398546" y="643178"/>
                  </a:cubicBezTo>
                  <a:cubicBezTo>
                    <a:pt x="3469666" y="633018"/>
                    <a:pt x="3622066" y="638098"/>
                    <a:pt x="3696996" y="627938"/>
                  </a:cubicBezTo>
                  <a:cubicBezTo>
                    <a:pt x="3742716" y="621588"/>
                    <a:pt x="3760496" y="608888"/>
                    <a:pt x="3807486" y="603808"/>
                  </a:cubicBezTo>
                  <a:cubicBezTo>
                    <a:pt x="3888766" y="594918"/>
                    <a:pt x="4053866" y="596188"/>
                    <a:pt x="4141496" y="603808"/>
                  </a:cubicBezTo>
                  <a:cubicBezTo>
                    <a:pt x="4198646" y="610158"/>
                    <a:pt x="4276116" y="611428"/>
                    <a:pt x="4283736" y="631748"/>
                  </a:cubicBezTo>
                  <a:cubicBezTo>
                    <a:pt x="4288816" y="646988"/>
                    <a:pt x="4263416" y="682548"/>
                    <a:pt x="4235476" y="693978"/>
                  </a:cubicBezTo>
                  <a:cubicBezTo>
                    <a:pt x="4177056" y="718108"/>
                    <a:pt x="4011956" y="666038"/>
                    <a:pt x="3898926" y="646988"/>
                  </a:cubicBezTo>
                  <a:cubicBezTo>
                    <a:pt x="3783356" y="626668"/>
                    <a:pt x="3619526" y="603808"/>
                    <a:pt x="3549676" y="575868"/>
                  </a:cubicBezTo>
                  <a:cubicBezTo>
                    <a:pt x="3515386" y="561898"/>
                    <a:pt x="3484906" y="553008"/>
                    <a:pt x="3481096" y="531418"/>
                  </a:cubicBezTo>
                  <a:cubicBezTo>
                    <a:pt x="3473476" y="498398"/>
                    <a:pt x="3540786" y="417118"/>
                    <a:pt x="3576346" y="389178"/>
                  </a:cubicBezTo>
                  <a:cubicBezTo>
                    <a:pt x="3600476" y="371398"/>
                    <a:pt x="3615716" y="372668"/>
                    <a:pt x="3655086" y="362508"/>
                  </a:cubicBezTo>
                  <a:cubicBezTo>
                    <a:pt x="3754146" y="334568"/>
                    <a:pt x="4062756" y="267258"/>
                    <a:pt x="4207536" y="252018"/>
                  </a:cubicBezTo>
                  <a:cubicBezTo>
                    <a:pt x="4300246" y="243128"/>
                    <a:pt x="4386606" y="236778"/>
                    <a:pt x="4437406" y="252018"/>
                  </a:cubicBezTo>
                  <a:cubicBezTo>
                    <a:pt x="4465346" y="259638"/>
                    <a:pt x="4486936" y="272338"/>
                    <a:pt x="4498366" y="288848"/>
                  </a:cubicBezTo>
                  <a:cubicBezTo>
                    <a:pt x="4508526" y="302818"/>
                    <a:pt x="4509796" y="325678"/>
                    <a:pt x="4507256" y="342188"/>
                  </a:cubicBezTo>
                  <a:cubicBezTo>
                    <a:pt x="4505986" y="354888"/>
                    <a:pt x="4502176" y="366318"/>
                    <a:pt x="4492016" y="375208"/>
                  </a:cubicBezTo>
                  <a:cubicBezTo>
                    <a:pt x="4479316" y="387908"/>
                    <a:pt x="4456456" y="400608"/>
                    <a:pt x="4427246" y="404418"/>
                  </a:cubicBezTo>
                  <a:cubicBezTo>
                    <a:pt x="4378986" y="410768"/>
                    <a:pt x="4306596" y="380288"/>
                    <a:pt x="4221506" y="371398"/>
                  </a:cubicBezTo>
                  <a:cubicBezTo>
                    <a:pt x="4086886" y="357428"/>
                    <a:pt x="3790976" y="387908"/>
                    <a:pt x="3698266" y="345998"/>
                  </a:cubicBezTo>
                  <a:cubicBezTo>
                    <a:pt x="3656356" y="326948"/>
                    <a:pt x="3620796" y="296468"/>
                    <a:pt x="3623336" y="269798"/>
                  </a:cubicBezTo>
                  <a:cubicBezTo>
                    <a:pt x="3624606" y="235508"/>
                    <a:pt x="3709696" y="183438"/>
                    <a:pt x="3760496" y="160578"/>
                  </a:cubicBezTo>
                  <a:cubicBezTo>
                    <a:pt x="3810026" y="137718"/>
                    <a:pt x="3864636" y="140258"/>
                    <a:pt x="3924326" y="132638"/>
                  </a:cubicBezTo>
                  <a:cubicBezTo>
                    <a:pt x="3997986" y="122478"/>
                    <a:pt x="4066566" y="112318"/>
                    <a:pt x="4170706" y="107238"/>
                  </a:cubicBezTo>
                  <a:cubicBezTo>
                    <a:pt x="4353586" y="97078"/>
                    <a:pt x="4827296" y="79298"/>
                    <a:pt x="4923816" y="109778"/>
                  </a:cubicBezTo>
                  <a:cubicBezTo>
                    <a:pt x="4949216" y="117398"/>
                    <a:pt x="4956836" y="126288"/>
                    <a:pt x="4966996" y="138988"/>
                  </a:cubicBezTo>
                  <a:cubicBezTo>
                    <a:pt x="4975886" y="152958"/>
                    <a:pt x="4980966" y="174548"/>
                    <a:pt x="4979696" y="191058"/>
                  </a:cubicBezTo>
                  <a:cubicBezTo>
                    <a:pt x="4977156" y="207568"/>
                    <a:pt x="4966996" y="226618"/>
                    <a:pt x="4954296" y="238048"/>
                  </a:cubicBezTo>
                  <a:cubicBezTo>
                    <a:pt x="4942866" y="248208"/>
                    <a:pt x="4932706" y="252018"/>
                    <a:pt x="4904766" y="255828"/>
                  </a:cubicBezTo>
                  <a:cubicBezTo>
                    <a:pt x="4795546" y="276148"/>
                    <a:pt x="4306596" y="239318"/>
                    <a:pt x="4058946" y="250748"/>
                  </a:cubicBezTo>
                  <a:cubicBezTo>
                    <a:pt x="3864636" y="259638"/>
                    <a:pt x="3770656" y="291388"/>
                    <a:pt x="3540786" y="302818"/>
                  </a:cubicBezTo>
                  <a:cubicBezTo>
                    <a:pt x="3086126" y="326948"/>
                    <a:pt x="2020596" y="288848"/>
                    <a:pt x="1511326" y="311708"/>
                  </a:cubicBezTo>
                  <a:cubicBezTo>
                    <a:pt x="1203986" y="324408"/>
                    <a:pt x="1008406" y="361238"/>
                    <a:pt x="770916" y="372668"/>
                  </a:cubicBezTo>
                  <a:cubicBezTo>
                    <a:pt x="549936" y="382828"/>
                    <a:pt x="224816" y="395528"/>
                    <a:pt x="130836" y="379018"/>
                  </a:cubicBezTo>
                  <a:cubicBezTo>
                    <a:pt x="102896" y="373938"/>
                    <a:pt x="91466" y="371398"/>
                    <a:pt x="78766" y="358698"/>
                  </a:cubicBezTo>
                  <a:cubicBezTo>
                    <a:pt x="63526" y="344728"/>
                    <a:pt x="50826" y="310438"/>
                    <a:pt x="52096" y="290118"/>
                  </a:cubicBezTo>
                  <a:cubicBezTo>
                    <a:pt x="53366" y="272338"/>
                    <a:pt x="64796" y="252018"/>
                    <a:pt x="78766" y="240588"/>
                  </a:cubicBezTo>
                  <a:cubicBezTo>
                    <a:pt x="91466" y="227888"/>
                    <a:pt x="101626" y="225348"/>
                    <a:pt x="130836" y="220268"/>
                  </a:cubicBezTo>
                  <a:cubicBezTo>
                    <a:pt x="246406" y="199948"/>
                    <a:pt x="800126" y="230428"/>
                    <a:pt x="1014756" y="226618"/>
                  </a:cubicBezTo>
                  <a:cubicBezTo>
                    <a:pt x="1137946" y="224078"/>
                    <a:pt x="1249706" y="202488"/>
                    <a:pt x="1304316" y="213918"/>
                  </a:cubicBezTo>
                  <a:cubicBezTo>
                    <a:pt x="1327176" y="217728"/>
                    <a:pt x="1339876" y="225348"/>
                    <a:pt x="1350036" y="235508"/>
                  </a:cubicBezTo>
                  <a:cubicBezTo>
                    <a:pt x="1358926" y="243128"/>
                    <a:pt x="1365276" y="253288"/>
                    <a:pt x="1367816" y="265988"/>
                  </a:cubicBezTo>
                  <a:cubicBezTo>
                    <a:pt x="1370356" y="282498"/>
                    <a:pt x="1366546" y="316788"/>
                    <a:pt x="1353846" y="332028"/>
                  </a:cubicBezTo>
                  <a:cubicBezTo>
                    <a:pt x="1342416" y="347268"/>
                    <a:pt x="1319556" y="356158"/>
                    <a:pt x="1292886" y="358698"/>
                  </a:cubicBezTo>
                  <a:cubicBezTo>
                    <a:pt x="1244626" y="361238"/>
                    <a:pt x="1182396" y="318058"/>
                    <a:pt x="1087146" y="304088"/>
                  </a:cubicBezTo>
                  <a:cubicBezTo>
                    <a:pt x="877596" y="271068"/>
                    <a:pt x="172746" y="278688"/>
                    <a:pt x="66066" y="254558"/>
                  </a:cubicBezTo>
                  <a:cubicBezTo>
                    <a:pt x="45746" y="250748"/>
                    <a:pt x="41936" y="248208"/>
                    <a:pt x="31776" y="240588"/>
                  </a:cubicBezTo>
                  <a:cubicBezTo>
                    <a:pt x="19076" y="229158"/>
                    <a:pt x="5106" y="210108"/>
                    <a:pt x="1296" y="192328"/>
                  </a:cubicBezTo>
                  <a:cubicBezTo>
                    <a:pt x="-2514" y="174548"/>
                    <a:pt x="2566" y="151688"/>
                    <a:pt x="10186" y="136448"/>
                  </a:cubicBezTo>
                  <a:cubicBezTo>
                    <a:pt x="19076" y="122478"/>
                    <a:pt x="33046" y="111048"/>
                    <a:pt x="49556" y="100888"/>
                  </a:cubicBezTo>
                  <a:cubicBezTo>
                    <a:pt x="71146" y="88188"/>
                    <a:pt x="86386" y="80568"/>
                    <a:pt x="133376" y="72948"/>
                  </a:cubicBezTo>
                  <a:cubicBezTo>
                    <a:pt x="339116" y="41198"/>
                    <a:pt x="1604036" y="56438"/>
                    <a:pt x="1836446" y="83108"/>
                  </a:cubicBezTo>
                  <a:cubicBezTo>
                    <a:pt x="1897406" y="89458"/>
                    <a:pt x="1912646" y="103428"/>
                    <a:pt x="1949476" y="107238"/>
                  </a:cubicBezTo>
                  <a:cubicBezTo>
                    <a:pt x="1983766" y="112318"/>
                    <a:pt x="2015516" y="104698"/>
                    <a:pt x="2051076" y="111048"/>
                  </a:cubicBezTo>
                  <a:cubicBezTo>
                    <a:pt x="2091716" y="117398"/>
                    <a:pt x="2152676" y="131368"/>
                    <a:pt x="2179346" y="150418"/>
                  </a:cubicBezTo>
                  <a:cubicBezTo>
                    <a:pt x="2195856" y="161848"/>
                    <a:pt x="2204746" y="177088"/>
                    <a:pt x="2209826" y="191058"/>
                  </a:cubicBezTo>
                  <a:cubicBezTo>
                    <a:pt x="2213636" y="202488"/>
                    <a:pt x="2213636" y="213918"/>
                    <a:pt x="2211096" y="225348"/>
                  </a:cubicBezTo>
                  <a:cubicBezTo>
                    <a:pt x="2206016" y="239318"/>
                    <a:pt x="2195856" y="258368"/>
                    <a:pt x="2183156" y="267258"/>
                  </a:cubicBezTo>
                  <a:cubicBezTo>
                    <a:pt x="2170456" y="277418"/>
                    <a:pt x="2156486" y="279958"/>
                    <a:pt x="2134896" y="281228"/>
                  </a:cubicBezTo>
                  <a:cubicBezTo>
                    <a:pt x="2089176" y="283768"/>
                    <a:pt x="2001546" y="252018"/>
                    <a:pt x="1924076" y="243128"/>
                  </a:cubicBezTo>
                  <a:cubicBezTo>
                    <a:pt x="1832636" y="232968"/>
                    <a:pt x="1733576" y="229158"/>
                    <a:pt x="1618006" y="226618"/>
                  </a:cubicBezTo>
                  <a:cubicBezTo>
                    <a:pt x="1469416" y="224078"/>
                    <a:pt x="1202716" y="265988"/>
                    <a:pt x="1106196" y="236778"/>
                  </a:cubicBezTo>
                  <a:cubicBezTo>
                    <a:pt x="1064286" y="222808"/>
                    <a:pt x="1027456" y="203758"/>
                    <a:pt x="1023646" y="178358"/>
                  </a:cubicBezTo>
                  <a:cubicBezTo>
                    <a:pt x="1018566" y="142798"/>
                    <a:pt x="1097306" y="62788"/>
                    <a:pt x="1144296" y="33578"/>
                  </a:cubicBezTo>
                  <a:cubicBezTo>
                    <a:pt x="1183666" y="10718"/>
                    <a:pt x="1220496" y="11988"/>
                    <a:pt x="1275106" y="5638"/>
                  </a:cubicBezTo>
                  <a:cubicBezTo>
                    <a:pt x="1364006" y="-3252"/>
                    <a:pt x="1532916" y="-712"/>
                    <a:pt x="1631976" y="6908"/>
                  </a:cubicBezTo>
                  <a:cubicBezTo>
                    <a:pt x="1701826" y="13258"/>
                    <a:pt x="1765326" y="24688"/>
                    <a:pt x="1812316" y="38658"/>
                  </a:cubicBezTo>
                  <a:cubicBezTo>
                    <a:pt x="1844066" y="48818"/>
                    <a:pt x="1851686" y="66598"/>
                    <a:pt x="1889786" y="75488"/>
                  </a:cubicBezTo>
                  <a:cubicBezTo>
                    <a:pt x="1976146" y="93268"/>
                    <a:pt x="2246656" y="65328"/>
                    <a:pt x="2343176" y="67868"/>
                  </a:cubicBezTo>
                  <a:cubicBezTo>
                    <a:pt x="2388896" y="69138"/>
                    <a:pt x="2413026" y="69138"/>
                    <a:pt x="2443506" y="74218"/>
                  </a:cubicBezTo>
                  <a:cubicBezTo>
                    <a:pt x="2470176" y="79298"/>
                    <a:pt x="2476526" y="90728"/>
                    <a:pt x="2517166" y="97078"/>
                  </a:cubicBezTo>
                  <a:cubicBezTo>
                    <a:pt x="2670836" y="118668"/>
                    <a:pt x="3435376" y="102158"/>
                    <a:pt x="3670326" y="94538"/>
                  </a:cubicBezTo>
                  <a:cubicBezTo>
                    <a:pt x="3774466" y="90728"/>
                    <a:pt x="3834156" y="66598"/>
                    <a:pt x="3895116" y="78028"/>
                  </a:cubicBezTo>
                  <a:cubicBezTo>
                    <a:pt x="3940836" y="88188"/>
                    <a:pt x="3977666" y="114858"/>
                    <a:pt x="4009416" y="137718"/>
                  </a:cubicBezTo>
                  <a:cubicBezTo>
                    <a:pt x="4037356" y="156768"/>
                    <a:pt x="4052596" y="187248"/>
                    <a:pt x="4079266" y="203758"/>
                  </a:cubicBezTo>
                  <a:cubicBezTo>
                    <a:pt x="4105936" y="220268"/>
                    <a:pt x="4146576" y="216458"/>
                    <a:pt x="4169436" y="238048"/>
                  </a:cubicBezTo>
                  <a:cubicBezTo>
                    <a:pt x="4196106" y="263448"/>
                    <a:pt x="4217696" y="319328"/>
                    <a:pt x="4222776" y="354888"/>
                  </a:cubicBezTo>
                  <a:cubicBezTo>
                    <a:pt x="4226586" y="384098"/>
                    <a:pt x="4221506" y="410768"/>
                    <a:pt x="4210076" y="437438"/>
                  </a:cubicBezTo>
                  <a:cubicBezTo>
                    <a:pt x="4194836" y="472998"/>
                    <a:pt x="4151656" y="499668"/>
                    <a:pt x="4131336" y="542848"/>
                  </a:cubicBezTo>
                  <a:cubicBezTo>
                    <a:pt x="4105936" y="597458"/>
                    <a:pt x="4117366" y="700328"/>
                    <a:pt x="4081806" y="742238"/>
                  </a:cubicBezTo>
                  <a:cubicBezTo>
                    <a:pt x="4053866" y="776528"/>
                    <a:pt x="4010686" y="791768"/>
                    <a:pt x="3961156" y="794308"/>
                  </a:cubicBezTo>
                  <a:cubicBezTo>
                    <a:pt x="3883686" y="799388"/>
                    <a:pt x="3736366" y="719378"/>
                    <a:pt x="3660166" y="707948"/>
                  </a:cubicBezTo>
                  <a:cubicBezTo>
                    <a:pt x="3614446" y="700328"/>
                    <a:pt x="3573806" y="713028"/>
                    <a:pt x="3547136" y="705408"/>
                  </a:cubicBezTo>
                  <a:cubicBezTo>
                    <a:pt x="3530626" y="700328"/>
                    <a:pt x="3521736" y="695248"/>
                    <a:pt x="3511576" y="685088"/>
                  </a:cubicBezTo>
                  <a:cubicBezTo>
                    <a:pt x="3500146" y="672388"/>
                    <a:pt x="3487446" y="649528"/>
                    <a:pt x="3486176" y="630478"/>
                  </a:cubicBezTo>
                  <a:cubicBezTo>
                    <a:pt x="3484906" y="611428"/>
                    <a:pt x="3491256" y="587298"/>
                    <a:pt x="3502686" y="572058"/>
                  </a:cubicBezTo>
                  <a:cubicBezTo>
                    <a:pt x="3514116" y="558088"/>
                    <a:pt x="3535706" y="545388"/>
                    <a:pt x="3553486" y="540308"/>
                  </a:cubicBezTo>
                  <a:cubicBezTo>
                    <a:pt x="3569996" y="535228"/>
                    <a:pt x="3586506" y="533958"/>
                    <a:pt x="3603016" y="539038"/>
                  </a:cubicBezTo>
                  <a:cubicBezTo>
                    <a:pt x="3624606" y="546658"/>
                    <a:pt x="3644926" y="596188"/>
                    <a:pt x="3666516" y="592378"/>
                  </a:cubicBezTo>
                  <a:cubicBezTo>
                    <a:pt x="3700806" y="587298"/>
                    <a:pt x="3736366" y="467918"/>
                    <a:pt x="3775736" y="428548"/>
                  </a:cubicBezTo>
                  <a:cubicBezTo>
                    <a:pt x="3804946" y="398068"/>
                    <a:pt x="3836696" y="358698"/>
                    <a:pt x="3867176" y="362508"/>
                  </a:cubicBezTo>
                  <a:cubicBezTo>
                    <a:pt x="3905276" y="367588"/>
                    <a:pt x="3966236" y="456488"/>
                    <a:pt x="3982746" y="499668"/>
                  </a:cubicBezTo>
                  <a:cubicBezTo>
                    <a:pt x="3992906" y="530148"/>
                    <a:pt x="3994176" y="564438"/>
                    <a:pt x="3982746" y="587298"/>
                  </a:cubicBezTo>
                  <a:cubicBezTo>
                    <a:pt x="3971316" y="611428"/>
                    <a:pt x="3919246" y="644448"/>
                    <a:pt x="3914166" y="639368"/>
                  </a:cubicBezTo>
                  <a:cubicBezTo>
                    <a:pt x="3909086" y="635558"/>
                    <a:pt x="3944646" y="584758"/>
                    <a:pt x="3954806" y="556818"/>
                  </a:cubicBezTo>
                  <a:cubicBezTo>
                    <a:pt x="3962426" y="528878"/>
                    <a:pt x="3959886" y="504748"/>
                    <a:pt x="3968776" y="472998"/>
                  </a:cubicBezTo>
                  <a:cubicBezTo>
                    <a:pt x="3981476" y="428548"/>
                    <a:pt x="3997986" y="357428"/>
                    <a:pt x="4029736" y="312978"/>
                  </a:cubicBezTo>
                  <a:cubicBezTo>
                    <a:pt x="4058946" y="272338"/>
                    <a:pt x="4112286" y="216458"/>
                    <a:pt x="4147846" y="215188"/>
                  </a:cubicBezTo>
                  <a:cubicBezTo>
                    <a:pt x="4175786" y="213918"/>
                    <a:pt x="4210076" y="243128"/>
                    <a:pt x="4224046" y="265988"/>
                  </a:cubicBezTo>
                  <a:cubicBezTo>
                    <a:pt x="4235476" y="287578"/>
                    <a:pt x="4236746" y="314248"/>
                    <a:pt x="4226586" y="348538"/>
                  </a:cubicBezTo>
                  <a:cubicBezTo>
                    <a:pt x="4206266" y="418388"/>
                    <a:pt x="4070376" y="592378"/>
                    <a:pt x="4023386" y="638098"/>
                  </a:cubicBezTo>
                  <a:cubicBezTo>
                    <a:pt x="4005606" y="655878"/>
                    <a:pt x="3994176" y="664768"/>
                    <a:pt x="3978936" y="668578"/>
                  </a:cubicBezTo>
                  <a:cubicBezTo>
                    <a:pt x="3962426" y="672388"/>
                    <a:pt x="3939566" y="669848"/>
                    <a:pt x="3924326" y="660958"/>
                  </a:cubicBezTo>
                  <a:cubicBezTo>
                    <a:pt x="3907816" y="649528"/>
                    <a:pt x="3888766" y="621588"/>
                    <a:pt x="3884956" y="601268"/>
                  </a:cubicBezTo>
                  <a:cubicBezTo>
                    <a:pt x="3882416" y="584758"/>
                    <a:pt x="3898926" y="549198"/>
                    <a:pt x="3898926" y="549198"/>
                  </a:cubicBezTo>
                </a:path>
              </a:pathLst>
            </a:custGeom>
            <a:solidFill>
              <a:srgbClr val="E7191F"/>
            </a:solidFill>
            <a:ln cap="sq">
              <a:noFill/>
              <a:prstDash val="solid"/>
              <a:miter/>
            </a:ln>
          </p:spPr>
          <p:txBody>
            <a:bodyPr/>
            <a:lstStyle/>
            <a:p>
              <a:endParaRPr lang="en-CA"/>
            </a:p>
          </p:txBody>
        </p:sp>
      </p:grpSp>
      <p:grpSp>
        <p:nvGrpSpPr>
          <p:cNvPr id="15" name="Group 15"/>
          <p:cNvGrpSpPr/>
          <p:nvPr/>
        </p:nvGrpSpPr>
        <p:grpSpPr>
          <a:xfrm>
            <a:off x="14970443" y="1563052"/>
            <a:ext cx="182880" cy="188595"/>
            <a:chOff x="0" y="0"/>
            <a:chExt cx="243840" cy="251460"/>
          </a:xfrm>
        </p:grpSpPr>
        <p:sp>
          <p:nvSpPr>
            <p:cNvPr id="16" name="Freeform 16"/>
            <p:cNvSpPr/>
            <p:nvPr/>
          </p:nvSpPr>
          <p:spPr>
            <a:xfrm>
              <a:off x="46003" y="49682"/>
              <a:ext cx="145767" cy="150516"/>
            </a:xfrm>
            <a:custGeom>
              <a:avLst/>
              <a:gdLst/>
              <a:ahLst/>
              <a:cxnLst/>
              <a:rect l="l" t="t" r="r" b="b"/>
              <a:pathLst>
                <a:path w="145767" h="150516">
                  <a:moveTo>
                    <a:pt x="145767" y="50648"/>
                  </a:moveTo>
                  <a:cubicBezTo>
                    <a:pt x="126717" y="131928"/>
                    <a:pt x="115287" y="138278"/>
                    <a:pt x="105127" y="143358"/>
                  </a:cubicBezTo>
                  <a:cubicBezTo>
                    <a:pt x="93697" y="148438"/>
                    <a:pt x="82267" y="152248"/>
                    <a:pt x="69567" y="149708"/>
                  </a:cubicBezTo>
                  <a:cubicBezTo>
                    <a:pt x="50517" y="145898"/>
                    <a:pt x="18767" y="130658"/>
                    <a:pt x="8607" y="112878"/>
                  </a:cubicBezTo>
                  <a:cubicBezTo>
                    <a:pt x="-2823" y="95098"/>
                    <a:pt x="-1553" y="59538"/>
                    <a:pt x="4797" y="43028"/>
                  </a:cubicBezTo>
                  <a:cubicBezTo>
                    <a:pt x="8607" y="30328"/>
                    <a:pt x="14957" y="20168"/>
                    <a:pt x="26387" y="13818"/>
                  </a:cubicBezTo>
                  <a:cubicBezTo>
                    <a:pt x="42897" y="3658"/>
                    <a:pt x="78457" y="-2692"/>
                    <a:pt x="96237" y="1118"/>
                  </a:cubicBezTo>
                  <a:cubicBezTo>
                    <a:pt x="108937" y="3658"/>
                    <a:pt x="127987" y="20168"/>
                    <a:pt x="127987" y="20168"/>
                  </a:cubicBezTo>
                </a:path>
              </a:pathLst>
            </a:custGeom>
            <a:solidFill>
              <a:srgbClr val="E7191F"/>
            </a:solidFill>
            <a:ln cap="sq">
              <a:noFill/>
              <a:prstDash val="solid"/>
              <a:miter/>
            </a:ln>
          </p:spPr>
          <p:txBody>
            <a:bodyPr/>
            <a:lstStyle/>
            <a:p>
              <a:endParaRPr lang="en-CA"/>
            </a:p>
          </p:txBody>
        </p:sp>
      </p:grpSp>
      <p:grpSp>
        <p:nvGrpSpPr>
          <p:cNvPr id="17" name="Group 17"/>
          <p:cNvGrpSpPr/>
          <p:nvPr/>
        </p:nvGrpSpPr>
        <p:grpSpPr>
          <a:xfrm>
            <a:off x="10902315" y="1050608"/>
            <a:ext cx="582930" cy="309562"/>
            <a:chOff x="0" y="0"/>
            <a:chExt cx="777240" cy="412750"/>
          </a:xfrm>
        </p:grpSpPr>
        <p:sp>
          <p:nvSpPr>
            <p:cNvPr id="18" name="Freeform 18"/>
            <p:cNvSpPr/>
            <p:nvPr/>
          </p:nvSpPr>
          <p:spPr>
            <a:xfrm>
              <a:off x="50153" y="52070"/>
              <a:ext cx="681286" cy="313325"/>
            </a:xfrm>
            <a:custGeom>
              <a:avLst/>
              <a:gdLst/>
              <a:ahLst/>
              <a:cxnLst/>
              <a:rect l="l" t="t" r="r" b="b"/>
              <a:pathLst>
                <a:path w="681286" h="313325">
                  <a:moveTo>
                    <a:pt x="78117" y="0"/>
                  </a:moveTo>
                  <a:cubicBezTo>
                    <a:pt x="474357" y="11430"/>
                    <a:pt x="549287" y="39370"/>
                    <a:pt x="597547" y="69850"/>
                  </a:cubicBezTo>
                  <a:cubicBezTo>
                    <a:pt x="631837" y="91440"/>
                    <a:pt x="663587" y="115570"/>
                    <a:pt x="675017" y="143510"/>
                  </a:cubicBezTo>
                  <a:cubicBezTo>
                    <a:pt x="685177" y="170180"/>
                    <a:pt x="682637" y="205740"/>
                    <a:pt x="669937" y="231140"/>
                  </a:cubicBezTo>
                  <a:cubicBezTo>
                    <a:pt x="655967" y="260350"/>
                    <a:pt x="615327" y="289560"/>
                    <a:pt x="583577" y="302260"/>
                  </a:cubicBezTo>
                  <a:cubicBezTo>
                    <a:pt x="553097" y="314960"/>
                    <a:pt x="517537" y="316230"/>
                    <a:pt x="483247" y="308610"/>
                  </a:cubicBezTo>
                  <a:cubicBezTo>
                    <a:pt x="443877" y="299720"/>
                    <a:pt x="384187" y="270510"/>
                    <a:pt x="363867" y="245110"/>
                  </a:cubicBezTo>
                  <a:cubicBezTo>
                    <a:pt x="349897" y="229870"/>
                    <a:pt x="344817" y="212090"/>
                    <a:pt x="347357" y="194310"/>
                  </a:cubicBezTo>
                  <a:cubicBezTo>
                    <a:pt x="348627" y="172720"/>
                    <a:pt x="365137" y="137160"/>
                    <a:pt x="385457" y="124460"/>
                  </a:cubicBezTo>
                  <a:cubicBezTo>
                    <a:pt x="404507" y="111760"/>
                    <a:pt x="441337" y="109220"/>
                    <a:pt x="462927" y="118110"/>
                  </a:cubicBezTo>
                  <a:cubicBezTo>
                    <a:pt x="484517" y="127000"/>
                    <a:pt x="507377" y="157480"/>
                    <a:pt x="513727" y="179070"/>
                  </a:cubicBezTo>
                  <a:cubicBezTo>
                    <a:pt x="518807" y="195580"/>
                    <a:pt x="513727" y="217170"/>
                    <a:pt x="507377" y="232410"/>
                  </a:cubicBezTo>
                  <a:cubicBezTo>
                    <a:pt x="499757" y="247650"/>
                    <a:pt x="485787" y="264160"/>
                    <a:pt x="469277" y="270510"/>
                  </a:cubicBezTo>
                  <a:cubicBezTo>
                    <a:pt x="448957" y="278130"/>
                    <a:pt x="410857" y="278130"/>
                    <a:pt x="390537" y="269240"/>
                  </a:cubicBezTo>
                  <a:cubicBezTo>
                    <a:pt x="374027" y="261620"/>
                    <a:pt x="361327" y="245110"/>
                    <a:pt x="353707" y="229870"/>
                  </a:cubicBezTo>
                  <a:cubicBezTo>
                    <a:pt x="347357" y="214630"/>
                    <a:pt x="343547" y="193040"/>
                    <a:pt x="348627" y="176530"/>
                  </a:cubicBezTo>
                  <a:cubicBezTo>
                    <a:pt x="356247" y="154940"/>
                    <a:pt x="379107" y="124460"/>
                    <a:pt x="400697" y="116840"/>
                  </a:cubicBezTo>
                  <a:cubicBezTo>
                    <a:pt x="422287" y="107950"/>
                    <a:pt x="462927" y="118110"/>
                    <a:pt x="479437" y="127000"/>
                  </a:cubicBezTo>
                  <a:cubicBezTo>
                    <a:pt x="489597" y="130810"/>
                    <a:pt x="495947" y="137160"/>
                    <a:pt x="498487" y="146050"/>
                  </a:cubicBezTo>
                  <a:cubicBezTo>
                    <a:pt x="502297" y="156210"/>
                    <a:pt x="498487" y="179070"/>
                    <a:pt x="488327" y="185420"/>
                  </a:cubicBezTo>
                  <a:cubicBezTo>
                    <a:pt x="473087" y="194310"/>
                    <a:pt x="434987" y="162560"/>
                    <a:pt x="391807" y="156210"/>
                  </a:cubicBezTo>
                  <a:cubicBezTo>
                    <a:pt x="315607" y="144780"/>
                    <a:pt x="117487" y="172720"/>
                    <a:pt x="59067" y="153670"/>
                  </a:cubicBezTo>
                  <a:cubicBezTo>
                    <a:pt x="34937" y="146050"/>
                    <a:pt x="23507" y="135890"/>
                    <a:pt x="13347" y="121920"/>
                  </a:cubicBezTo>
                  <a:cubicBezTo>
                    <a:pt x="3187" y="107950"/>
                    <a:pt x="-1893" y="85090"/>
                    <a:pt x="647" y="68580"/>
                  </a:cubicBezTo>
                  <a:cubicBezTo>
                    <a:pt x="1917" y="50800"/>
                    <a:pt x="13347" y="30480"/>
                    <a:pt x="26047" y="19050"/>
                  </a:cubicBezTo>
                  <a:cubicBezTo>
                    <a:pt x="38747" y="7620"/>
                    <a:pt x="78117" y="0"/>
                    <a:pt x="78117" y="0"/>
                  </a:cubicBezTo>
                </a:path>
              </a:pathLst>
            </a:custGeom>
            <a:solidFill>
              <a:srgbClr val="E7191F"/>
            </a:solidFill>
            <a:ln cap="sq">
              <a:noFill/>
              <a:prstDash val="solid"/>
              <a:miter/>
            </a:ln>
          </p:spPr>
          <p:txBody>
            <a:bodyPr/>
            <a:lstStyle/>
            <a:p>
              <a:endParaRPr lang="en-CA"/>
            </a:p>
          </p:txBody>
        </p:sp>
      </p:grpSp>
      <p:grpSp>
        <p:nvGrpSpPr>
          <p:cNvPr id="19" name="Group 19"/>
          <p:cNvGrpSpPr/>
          <p:nvPr/>
        </p:nvGrpSpPr>
        <p:grpSpPr>
          <a:xfrm>
            <a:off x="11172825" y="1142048"/>
            <a:ext cx="182880" cy="189548"/>
            <a:chOff x="0" y="0"/>
            <a:chExt cx="243840" cy="252730"/>
          </a:xfrm>
        </p:grpSpPr>
        <p:sp>
          <p:nvSpPr>
            <p:cNvPr id="20" name="Freeform 20"/>
            <p:cNvSpPr/>
            <p:nvPr/>
          </p:nvSpPr>
          <p:spPr>
            <a:xfrm>
              <a:off x="47065" y="50746"/>
              <a:ext cx="145975" cy="151868"/>
            </a:xfrm>
            <a:custGeom>
              <a:avLst/>
              <a:gdLst/>
              <a:ahLst/>
              <a:cxnLst/>
              <a:rect l="l" t="t" r="r" b="b"/>
              <a:pathLst>
                <a:path w="145975" h="151868">
                  <a:moveTo>
                    <a:pt x="145975" y="52124"/>
                  </a:moveTo>
                  <a:cubicBezTo>
                    <a:pt x="126925" y="133404"/>
                    <a:pt x="115495" y="139754"/>
                    <a:pt x="105335" y="144834"/>
                  </a:cubicBezTo>
                  <a:cubicBezTo>
                    <a:pt x="93905" y="148644"/>
                    <a:pt x="82475" y="153724"/>
                    <a:pt x="68505" y="151184"/>
                  </a:cubicBezTo>
                  <a:cubicBezTo>
                    <a:pt x="50725" y="147374"/>
                    <a:pt x="18975" y="132134"/>
                    <a:pt x="8815" y="114354"/>
                  </a:cubicBezTo>
                  <a:cubicBezTo>
                    <a:pt x="-2615" y="96574"/>
                    <a:pt x="-1345" y="61014"/>
                    <a:pt x="3735" y="43234"/>
                  </a:cubicBezTo>
                  <a:cubicBezTo>
                    <a:pt x="7545" y="30534"/>
                    <a:pt x="17705" y="21644"/>
                    <a:pt x="26595" y="15294"/>
                  </a:cubicBezTo>
                  <a:cubicBezTo>
                    <a:pt x="35485" y="7674"/>
                    <a:pt x="46915" y="54"/>
                    <a:pt x="59615" y="54"/>
                  </a:cubicBezTo>
                  <a:cubicBezTo>
                    <a:pt x="78665" y="-1216"/>
                    <a:pt x="126925" y="20374"/>
                    <a:pt x="126925" y="20374"/>
                  </a:cubicBezTo>
                </a:path>
              </a:pathLst>
            </a:custGeom>
            <a:solidFill>
              <a:srgbClr val="E7191F"/>
            </a:solidFill>
            <a:ln cap="sq">
              <a:noFill/>
              <a:prstDash val="solid"/>
              <a:miter/>
            </a:ln>
          </p:spPr>
          <p:txBody>
            <a:bodyPr/>
            <a:lstStyle/>
            <a:p>
              <a:endParaRPr lang="en-CA"/>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E9FF"/>
        </a:solidFill>
        <a:effectLst/>
      </p:bgPr>
    </p:bg>
    <p:spTree>
      <p:nvGrpSpPr>
        <p:cNvPr id="1" name=""/>
        <p:cNvGrpSpPr/>
        <p:nvPr/>
      </p:nvGrpSpPr>
      <p:grpSpPr>
        <a:xfrm>
          <a:off x="0" y="0"/>
          <a:ext cx="0" cy="0"/>
          <a:chOff x="0" y="0"/>
          <a:chExt cx="0" cy="0"/>
        </a:xfrm>
      </p:grpSpPr>
      <p:sp>
        <p:nvSpPr>
          <p:cNvPr id="2" name="Freeform 2"/>
          <p:cNvSpPr/>
          <p:nvPr/>
        </p:nvSpPr>
        <p:spPr>
          <a:xfrm>
            <a:off x="4763" y="0"/>
            <a:ext cx="18297525" cy="10287000"/>
          </a:xfrm>
          <a:custGeom>
            <a:avLst/>
            <a:gdLst/>
            <a:ahLst/>
            <a:cxnLst/>
            <a:rect l="l" t="t" r="r" b="b"/>
            <a:pathLst>
              <a:path w="18297525" h="10287000">
                <a:moveTo>
                  <a:pt x="0" y="0"/>
                </a:moveTo>
                <a:lnTo>
                  <a:pt x="18297525" y="0"/>
                </a:lnTo>
                <a:lnTo>
                  <a:pt x="18297525"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1142070" y="774933"/>
            <a:ext cx="16003861" cy="8737133"/>
            <a:chOff x="0" y="0"/>
            <a:chExt cx="21338481" cy="11649511"/>
          </a:xfrm>
        </p:grpSpPr>
        <p:grpSp>
          <p:nvGrpSpPr>
            <p:cNvPr id="4" name="Group 4"/>
            <p:cNvGrpSpPr/>
            <p:nvPr/>
          </p:nvGrpSpPr>
          <p:grpSpPr>
            <a:xfrm>
              <a:off x="213271" y="167576"/>
              <a:ext cx="21125210" cy="11481936"/>
              <a:chOff x="0" y="0"/>
              <a:chExt cx="14104351" cy="7665971"/>
            </a:xfrm>
          </p:grpSpPr>
          <p:sp>
            <p:nvSpPr>
              <p:cNvPr id="5" name="Freeform 5"/>
              <p:cNvSpPr/>
              <p:nvPr/>
            </p:nvSpPr>
            <p:spPr>
              <a:xfrm>
                <a:off x="31750" y="31750"/>
                <a:ext cx="14039610" cy="7602471"/>
              </a:xfrm>
              <a:custGeom>
                <a:avLst/>
                <a:gdLst/>
                <a:ahLst/>
                <a:cxnLst/>
                <a:rect l="l" t="t" r="r" b="b"/>
                <a:pathLst>
                  <a:path w="14039610" h="7602471">
                    <a:moveTo>
                      <a:pt x="13948141" y="7602471"/>
                    </a:moveTo>
                    <a:lnTo>
                      <a:pt x="92710" y="7602471"/>
                    </a:lnTo>
                    <a:cubicBezTo>
                      <a:pt x="41910" y="7602471"/>
                      <a:pt x="0" y="7560561"/>
                      <a:pt x="0" y="7509761"/>
                    </a:cubicBezTo>
                    <a:lnTo>
                      <a:pt x="0" y="92710"/>
                    </a:lnTo>
                    <a:cubicBezTo>
                      <a:pt x="0" y="41910"/>
                      <a:pt x="41910" y="0"/>
                      <a:pt x="92710" y="0"/>
                    </a:cubicBezTo>
                    <a:lnTo>
                      <a:pt x="13946871" y="0"/>
                    </a:lnTo>
                    <a:cubicBezTo>
                      <a:pt x="13997671" y="0"/>
                      <a:pt x="14039582" y="41910"/>
                      <a:pt x="14039582" y="92710"/>
                    </a:cubicBezTo>
                    <a:lnTo>
                      <a:pt x="14039582" y="7508491"/>
                    </a:lnTo>
                    <a:cubicBezTo>
                      <a:pt x="14040851" y="7560561"/>
                      <a:pt x="13998941" y="7602471"/>
                      <a:pt x="13948141" y="7602471"/>
                    </a:cubicBezTo>
                    <a:close/>
                  </a:path>
                </a:pathLst>
              </a:custGeom>
              <a:solidFill>
                <a:srgbClr val="000000"/>
              </a:solidFill>
            </p:spPr>
            <p:txBody>
              <a:bodyPr/>
              <a:lstStyle/>
              <a:p>
                <a:endParaRPr lang="en-CA"/>
              </a:p>
            </p:txBody>
          </p:sp>
          <p:sp>
            <p:nvSpPr>
              <p:cNvPr id="6" name="Freeform 6"/>
              <p:cNvSpPr/>
              <p:nvPr/>
            </p:nvSpPr>
            <p:spPr>
              <a:xfrm>
                <a:off x="0" y="0"/>
                <a:ext cx="14104351" cy="7665972"/>
              </a:xfrm>
              <a:custGeom>
                <a:avLst/>
                <a:gdLst/>
                <a:ahLst/>
                <a:cxnLst/>
                <a:rect l="l" t="t" r="r" b="b"/>
                <a:pathLst>
                  <a:path w="14104351" h="7665972">
                    <a:moveTo>
                      <a:pt x="13979891" y="59690"/>
                    </a:moveTo>
                    <a:cubicBezTo>
                      <a:pt x="14015451" y="59690"/>
                      <a:pt x="14044661" y="88900"/>
                      <a:pt x="14044661" y="124460"/>
                    </a:cubicBezTo>
                    <a:lnTo>
                      <a:pt x="14044661" y="7541511"/>
                    </a:lnTo>
                    <a:cubicBezTo>
                      <a:pt x="14044661" y="7577072"/>
                      <a:pt x="14015451" y="7606281"/>
                      <a:pt x="13979891" y="7606281"/>
                    </a:cubicBezTo>
                    <a:lnTo>
                      <a:pt x="124460" y="7606281"/>
                    </a:lnTo>
                    <a:cubicBezTo>
                      <a:pt x="88900" y="7606281"/>
                      <a:pt x="59690" y="7577072"/>
                      <a:pt x="59690" y="7541511"/>
                    </a:cubicBezTo>
                    <a:lnTo>
                      <a:pt x="59690" y="124460"/>
                    </a:lnTo>
                    <a:cubicBezTo>
                      <a:pt x="59690" y="88900"/>
                      <a:pt x="88900" y="59690"/>
                      <a:pt x="124460" y="59690"/>
                    </a:cubicBezTo>
                    <a:lnTo>
                      <a:pt x="13979891" y="59690"/>
                    </a:lnTo>
                    <a:moveTo>
                      <a:pt x="13979891" y="0"/>
                    </a:moveTo>
                    <a:lnTo>
                      <a:pt x="124460" y="0"/>
                    </a:lnTo>
                    <a:cubicBezTo>
                      <a:pt x="55880" y="0"/>
                      <a:pt x="0" y="55880"/>
                      <a:pt x="0" y="124460"/>
                    </a:cubicBezTo>
                    <a:lnTo>
                      <a:pt x="0" y="7541511"/>
                    </a:lnTo>
                    <a:cubicBezTo>
                      <a:pt x="0" y="7610091"/>
                      <a:pt x="55880" y="7665972"/>
                      <a:pt x="124460" y="7665972"/>
                    </a:cubicBezTo>
                    <a:lnTo>
                      <a:pt x="13979891" y="7665972"/>
                    </a:lnTo>
                    <a:cubicBezTo>
                      <a:pt x="14048471" y="7665972"/>
                      <a:pt x="14104351" y="7610091"/>
                      <a:pt x="14104351" y="7541511"/>
                    </a:cubicBezTo>
                    <a:lnTo>
                      <a:pt x="14104351" y="124460"/>
                    </a:lnTo>
                    <a:cubicBezTo>
                      <a:pt x="14104351" y="55880"/>
                      <a:pt x="14048471" y="0"/>
                      <a:pt x="13979891" y="0"/>
                    </a:cubicBezTo>
                    <a:close/>
                  </a:path>
                </a:pathLst>
              </a:custGeom>
              <a:solidFill>
                <a:srgbClr val="000000"/>
              </a:solidFill>
            </p:spPr>
            <p:txBody>
              <a:bodyPr/>
              <a:lstStyle/>
              <a:p>
                <a:endParaRPr lang="en-CA"/>
              </a:p>
            </p:txBody>
          </p:sp>
        </p:grpSp>
        <p:grpSp>
          <p:nvGrpSpPr>
            <p:cNvPr id="7" name="Group 7"/>
            <p:cNvGrpSpPr/>
            <p:nvPr/>
          </p:nvGrpSpPr>
          <p:grpSpPr>
            <a:xfrm>
              <a:off x="0" y="0"/>
              <a:ext cx="21046278" cy="11380992"/>
              <a:chOff x="0" y="0"/>
              <a:chExt cx="14051652" cy="7598576"/>
            </a:xfrm>
          </p:grpSpPr>
          <p:sp>
            <p:nvSpPr>
              <p:cNvPr id="8" name="Freeform 8"/>
              <p:cNvSpPr/>
              <p:nvPr/>
            </p:nvSpPr>
            <p:spPr>
              <a:xfrm>
                <a:off x="31750" y="31750"/>
                <a:ext cx="13986911" cy="7535076"/>
              </a:xfrm>
              <a:custGeom>
                <a:avLst/>
                <a:gdLst/>
                <a:ahLst/>
                <a:cxnLst/>
                <a:rect l="l" t="t" r="r" b="b"/>
                <a:pathLst>
                  <a:path w="13986911" h="7535076">
                    <a:moveTo>
                      <a:pt x="13895442" y="7535076"/>
                    </a:moveTo>
                    <a:lnTo>
                      <a:pt x="92710" y="7535076"/>
                    </a:lnTo>
                    <a:cubicBezTo>
                      <a:pt x="41910" y="7535076"/>
                      <a:pt x="0" y="7493165"/>
                      <a:pt x="0" y="7442365"/>
                    </a:cubicBezTo>
                    <a:lnTo>
                      <a:pt x="0" y="92710"/>
                    </a:lnTo>
                    <a:cubicBezTo>
                      <a:pt x="0" y="41910"/>
                      <a:pt x="41910" y="0"/>
                      <a:pt x="92710" y="0"/>
                    </a:cubicBezTo>
                    <a:lnTo>
                      <a:pt x="13894172" y="0"/>
                    </a:lnTo>
                    <a:cubicBezTo>
                      <a:pt x="13944972" y="0"/>
                      <a:pt x="13986883" y="41910"/>
                      <a:pt x="13986883" y="92710"/>
                    </a:cubicBezTo>
                    <a:lnTo>
                      <a:pt x="13986883" y="7441095"/>
                    </a:lnTo>
                    <a:cubicBezTo>
                      <a:pt x="13988152" y="7493165"/>
                      <a:pt x="13946242" y="7535076"/>
                      <a:pt x="13895442" y="7535076"/>
                    </a:cubicBezTo>
                    <a:close/>
                  </a:path>
                </a:pathLst>
              </a:custGeom>
              <a:solidFill>
                <a:srgbClr val="FFFFFF"/>
              </a:solidFill>
            </p:spPr>
            <p:txBody>
              <a:bodyPr/>
              <a:lstStyle/>
              <a:p>
                <a:endParaRPr lang="en-CA"/>
              </a:p>
            </p:txBody>
          </p:sp>
          <p:sp>
            <p:nvSpPr>
              <p:cNvPr id="9" name="Freeform 9"/>
              <p:cNvSpPr/>
              <p:nvPr/>
            </p:nvSpPr>
            <p:spPr>
              <a:xfrm>
                <a:off x="0" y="0"/>
                <a:ext cx="14051652" cy="7598576"/>
              </a:xfrm>
              <a:custGeom>
                <a:avLst/>
                <a:gdLst/>
                <a:ahLst/>
                <a:cxnLst/>
                <a:rect l="l" t="t" r="r" b="b"/>
                <a:pathLst>
                  <a:path w="14051652" h="7598576">
                    <a:moveTo>
                      <a:pt x="13927192" y="59690"/>
                    </a:moveTo>
                    <a:cubicBezTo>
                      <a:pt x="13962752" y="59690"/>
                      <a:pt x="13991963" y="88900"/>
                      <a:pt x="13991963" y="124460"/>
                    </a:cubicBezTo>
                    <a:lnTo>
                      <a:pt x="13991963" y="7474116"/>
                    </a:lnTo>
                    <a:cubicBezTo>
                      <a:pt x="13991963" y="7509676"/>
                      <a:pt x="13962752" y="7538886"/>
                      <a:pt x="13927192" y="7538886"/>
                    </a:cubicBezTo>
                    <a:lnTo>
                      <a:pt x="124460" y="7538886"/>
                    </a:lnTo>
                    <a:cubicBezTo>
                      <a:pt x="88900" y="7538886"/>
                      <a:pt x="59690" y="7509676"/>
                      <a:pt x="59690" y="7474116"/>
                    </a:cubicBezTo>
                    <a:lnTo>
                      <a:pt x="59690" y="124460"/>
                    </a:lnTo>
                    <a:cubicBezTo>
                      <a:pt x="59690" y="88900"/>
                      <a:pt x="88900" y="59690"/>
                      <a:pt x="124460" y="59690"/>
                    </a:cubicBezTo>
                    <a:lnTo>
                      <a:pt x="13927192" y="59690"/>
                    </a:lnTo>
                    <a:moveTo>
                      <a:pt x="13927192" y="0"/>
                    </a:moveTo>
                    <a:lnTo>
                      <a:pt x="124460" y="0"/>
                    </a:lnTo>
                    <a:cubicBezTo>
                      <a:pt x="55880" y="0"/>
                      <a:pt x="0" y="55880"/>
                      <a:pt x="0" y="124460"/>
                    </a:cubicBezTo>
                    <a:lnTo>
                      <a:pt x="0" y="7474116"/>
                    </a:lnTo>
                    <a:cubicBezTo>
                      <a:pt x="0" y="7542695"/>
                      <a:pt x="55880" y="7598576"/>
                      <a:pt x="124460" y="7598576"/>
                    </a:cubicBezTo>
                    <a:lnTo>
                      <a:pt x="13927192" y="7598576"/>
                    </a:lnTo>
                    <a:cubicBezTo>
                      <a:pt x="13995772" y="7598576"/>
                      <a:pt x="14051652" y="7542695"/>
                      <a:pt x="14051652" y="7474116"/>
                    </a:cubicBezTo>
                    <a:lnTo>
                      <a:pt x="14051652" y="124460"/>
                    </a:lnTo>
                    <a:cubicBezTo>
                      <a:pt x="14051652" y="55880"/>
                      <a:pt x="13995772" y="0"/>
                      <a:pt x="13927192" y="0"/>
                    </a:cubicBezTo>
                    <a:close/>
                  </a:path>
                </a:pathLst>
              </a:custGeom>
              <a:solidFill>
                <a:srgbClr val="000000"/>
              </a:solidFill>
            </p:spPr>
            <p:txBody>
              <a:bodyPr/>
              <a:lstStyle/>
              <a:p>
                <a:endParaRPr lang="en-CA"/>
              </a:p>
            </p:txBody>
          </p:sp>
        </p:grpSp>
      </p:grpSp>
      <p:sp>
        <p:nvSpPr>
          <p:cNvPr id="10" name="Freeform 10"/>
          <p:cNvSpPr/>
          <p:nvPr/>
        </p:nvSpPr>
        <p:spPr>
          <a:xfrm>
            <a:off x="14741023" y="176375"/>
            <a:ext cx="4310730" cy="2892108"/>
          </a:xfrm>
          <a:custGeom>
            <a:avLst/>
            <a:gdLst/>
            <a:ahLst/>
            <a:cxnLst/>
            <a:rect l="l" t="t" r="r" b="b"/>
            <a:pathLst>
              <a:path w="4310730" h="2892108">
                <a:moveTo>
                  <a:pt x="0" y="0"/>
                </a:moveTo>
                <a:lnTo>
                  <a:pt x="4310730" y="0"/>
                </a:lnTo>
                <a:lnTo>
                  <a:pt x="4310730" y="2892108"/>
                </a:lnTo>
                <a:lnTo>
                  <a:pt x="0" y="2892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11" name="Freeform 11"/>
          <p:cNvSpPr/>
          <p:nvPr/>
        </p:nvSpPr>
        <p:spPr>
          <a:xfrm>
            <a:off x="15545425" y="3726264"/>
            <a:ext cx="2844449" cy="3097915"/>
          </a:xfrm>
          <a:custGeom>
            <a:avLst/>
            <a:gdLst/>
            <a:ahLst/>
            <a:cxnLst/>
            <a:rect l="l" t="t" r="r" b="b"/>
            <a:pathLst>
              <a:path w="2844449" h="3097915">
                <a:moveTo>
                  <a:pt x="0" y="0"/>
                </a:moveTo>
                <a:lnTo>
                  <a:pt x="2844449" y="0"/>
                </a:lnTo>
                <a:lnTo>
                  <a:pt x="2844449" y="3097915"/>
                </a:lnTo>
                <a:lnTo>
                  <a:pt x="0" y="309791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
        <p:nvSpPr>
          <p:cNvPr id="12" name="Freeform 12"/>
          <p:cNvSpPr/>
          <p:nvPr/>
        </p:nvSpPr>
        <p:spPr>
          <a:xfrm rot="-664894">
            <a:off x="2613740" y="1461000"/>
            <a:ext cx="642653" cy="2223012"/>
          </a:xfrm>
          <a:custGeom>
            <a:avLst/>
            <a:gdLst/>
            <a:ahLst/>
            <a:cxnLst/>
            <a:rect l="l" t="t" r="r" b="b"/>
            <a:pathLst>
              <a:path w="642653" h="2223012">
                <a:moveTo>
                  <a:pt x="0" y="0"/>
                </a:moveTo>
                <a:lnTo>
                  <a:pt x="642653" y="0"/>
                </a:lnTo>
                <a:lnTo>
                  <a:pt x="642653" y="2223012"/>
                </a:lnTo>
                <a:lnTo>
                  <a:pt x="0" y="222301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
        <p:nvSpPr>
          <p:cNvPr id="13" name="Freeform 13"/>
          <p:cNvSpPr/>
          <p:nvPr/>
        </p:nvSpPr>
        <p:spPr>
          <a:xfrm>
            <a:off x="1534162" y="588434"/>
            <a:ext cx="654796" cy="880533"/>
          </a:xfrm>
          <a:custGeom>
            <a:avLst/>
            <a:gdLst/>
            <a:ahLst/>
            <a:cxnLst/>
            <a:rect l="l" t="t" r="r" b="b"/>
            <a:pathLst>
              <a:path w="654796" h="880533">
                <a:moveTo>
                  <a:pt x="0" y="0"/>
                </a:moveTo>
                <a:lnTo>
                  <a:pt x="654796" y="0"/>
                </a:lnTo>
                <a:lnTo>
                  <a:pt x="654796" y="880532"/>
                </a:lnTo>
                <a:lnTo>
                  <a:pt x="0" y="88053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CA"/>
          </a:p>
        </p:txBody>
      </p:sp>
      <p:sp>
        <p:nvSpPr>
          <p:cNvPr id="14" name="Freeform 14"/>
          <p:cNvSpPr/>
          <p:nvPr/>
        </p:nvSpPr>
        <p:spPr>
          <a:xfrm>
            <a:off x="2176133" y="4321951"/>
            <a:ext cx="2770493" cy="4337367"/>
          </a:xfrm>
          <a:custGeom>
            <a:avLst/>
            <a:gdLst/>
            <a:ahLst/>
            <a:cxnLst/>
            <a:rect l="l" t="t" r="r" b="b"/>
            <a:pathLst>
              <a:path w="2770493" h="4337367">
                <a:moveTo>
                  <a:pt x="0" y="0"/>
                </a:moveTo>
                <a:lnTo>
                  <a:pt x="2770493" y="0"/>
                </a:lnTo>
                <a:lnTo>
                  <a:pt x="2770493" y="4337367"/>
                </a:lnTo>
                <a:lnTo>
                  <a:pt x="0" y="4337367"/>
                </a:lnTo>
                <a:lnTo>
                  <a:pt x="0" y="0"/>
                </a:lnTo>
                <a:close/>
              </a:path>
            </a:pathLst>
          </a:custGeom>
          <a:blipFill>
            <a:blip r:embed="rId12"/>
            <a:stretch>
              <a:fillRect/>
            </a:stretch>
          </a:blipFill>
        </p:spPr>
        <p:txBody>
          <a:bodyPr/>
          <a:lstStyle/>
          <a:p>
            <a:endParaRPr lang="en-CA"/>
          </a:p>
        </p:txBody>
      </p:sp>
      <p:sp>
        <p:nvSpPr>
          <p:cNvPr id="15" name="Freeform 15"/>
          <p:cNvSpPr/>
          <p:nvPr/>
        </p:nvSpPr>
        <p:spPr>
          <a:xfrm rot="10304674">
            <a:off x="2771488" y="3232919"/>
            <a:ext cx="1192364" cy="1517590"/>
          </a:xfrm>
          <a:custGeom>
            <a:avLst/>
            <a:gdLst/>
            <a:ahLst/>
            <a:cxnLst/>
            <a:rect l="l" t="t" r="r" b="b"/>
            <a:pathLst>
              <a:path w="1192364" h="1517590">
                <a:moveTo>
                  <a:pt x="0" y="0"/>
                </a:moveTo>
                <a:lnTo>
                  <a:pt x="1192363" y="0"/>
                </a:lnTo>
                <a:lnTo>
                  <a:pt x="1192363" y="1517590"/>
                </a:lnTo>
                <a:lnTo>
                  <a:pt x="0" y="1517590"/>
                </a:lnTo>
                <a:lnTo>
                  <a:pt x="0" y="0"/>
                </a:lnTo>
                <a:close/>
              </a:path>
            </a:pathLst>
          </a:custGeom>
          <a:blipFill>
            <a:blip r:embed="rId13"/>
            <a:stretch>
              <a:fillRect l="-149489" t="-298150" r="-1984"/>
            </a:stretch>
          </a:blipFill>
        </p:spPr>
        <p:txBody>
          <a:bodyPr/>
          <a:lstStyle/>
          <a:p>
            <a:endParaRPr lang="en-CA"/>
          </a:p>
        </p:txBody>
      </p:sp>
      <p:grpSp>
        <p:nvGrpSpPr>
          <p:cNvPr id="16" name="Group 16"/>
          <p:cNvGrpSpPr/>
          <p:nvPr/>
        </p:nvGrpSpPr>
        <p:grpSpPr>
          <a:xfrm>
            <a:off x="2110740" y="7222463"/>
            <a:ext cx="2857676" cy="1489718"/>
            <a:chOff x="0" y="0"/>
            <a:chExt cx="3934460" cy="2051050"/>
          </a:xfrm>
        </p:grpSpPr>
        <p:sp>
          <p:nvSpPr>
            <p:cNvPr id="17" name="Freeform 17"/>
            <p:cNvSpPr/>
            <p:nvPr/>
          </p:nvSpPr>
          <p:spPr>
            <a:xfrm>
              <a:off x="46626" y="49433"/>
              <a:ext cx="3835860" cy="1950841"/>
            </a:xfrm>
            <a:custGeom>
              <a:avLst/>
              <a:gdLst/>
              <a:ahLst/>
              <a:cxnLst/>
              <a:rect l="l" t="t" r="r" b="b"/>
              <a:pathLst>
                <a:path w="3835860" h="1950841">
                  <a:moveTo>
                    <a:pt x="415654" y="899257"/>
                  </a:moveTo>
                  <a:cubicBezTo>
                    <a:pt x="472804" y="997047"/>
                    <a:pt x="479154" y="1036417"/>
                    <a:pt x="485504" y="1079597"/>
                  </a:cubicBezTo>
                  <a:cubicBezTo>
                    <a:pt x="495664" y="1136747"/>
                    <a:pt x="507094" y="1221837"/>
                    <a:pt x="502014" y="1277717"/>
                  </a:cubicBezTo>
                  <a:cubicBezTo>
                    <a:pt x="498204" y="1320897"/>
                    <a:pt x="485504" y="1353917"/>
                    <a:pt x="472804" y="1389477"/>
                  </a:cubicBezTo>
                  <a:cubicBezTo>
                    <a:pt x="460104" y="1426307"/>
                    <a:pt x="452484" y="1477107"/>
                    <a:pt x="422004" y="1493617"/>
                  </a:cubicBezTo>
                  <a:cubicBezTo>
                    <a:pt x="387714" y="1512667"/>
                    <a:pt x="289924" y="1502507"/>
                    <a:pt x="264524" y="1473297"/>
                  </a:cubicBezTo>
                  <a:cubicBezTo>
                    <a:pt x="239124" y="1445357"/>
                    <a:pt x="246744" y="1372967"/>
                    <a:pt x="263254" y="1325977"/>
                  </a:cubicBezTo>
                  <a:cubicBezTo>
                    <a:pt x="283574" y="1271367"/>
                    <a:pt x="348344" y="1212947"/>
                    <a:pt x="395334" y="1171037"/>
                  </a:cubicBezTo>
                  <a:cubicBezTo>
                    <a:pt x="434704" y="1135477"/>
                    <a:pt x="488044" y="1113887"/>
                    <a:pt x="519794" y="1085947"/>
                  </a:cubicBezTo>
                  <a:cubicBezTo>
                    <a:pt x="543924" y="1064357"/>
                    <a:pt x="547734" y="1040227"/>
                    <a:pt x="575674" y="1022447"/>
                  </a:cubicBezTo>
                  <a:cubicBezTo>
                    <a:pt x="621394" y="993237"/>
                    <a:pt x="750934" y="934817"/>
                    <a:pt x="782684" y="960217"/>
                  </a:cubicBezTo>
                  <a:cubicBezTo>
                    <a:pt x="811894" y="983077"/>
                    <a:pt x="790304" y="1087217"/>
                    <a:pt x="772524" y="1149447"/>
                  </a:cubicBezTo>
                  <a:cubicBezTo>
                    <a:pt x="753474" y="1220567"/>
                    <a:pt x="673464" y="1365347"/>
                    <a:pt x="662034" y="1362807"/>
                  </a:cubicBezTo>
                  <a:cubicBezTo>
                    <a:pt x="655684" y="1360267"/>
                    <a:pt x="656954" y="1301847"/>
                    <a:pt x="669654" y="1276447"/>
                  </a:cubicBezTo>
                  <a:cubicBezTo>
                    <a:pt x="684894" y="1244697"/>
                    <a:pt x="729344" y="1205327"/>
                    <a:pt x="759824" y="1193897"/>
                  </a:cubicBezTo>
                  <a:cubicBezTo>
                    <a:pt x="783954" y="1185007"/>
                    <a:pt x="813164" y="1185007"/>
                    <a:pt x="830944" y="1193897"/>
                  </a:cubicBezTo>
                  <a:cubicBezTo>
                    <a:pt x="847454" y="1200247"/>
                    <a:pt x="861424" y="1218027"/>
                    <a:pt x="867774" y="1233267"/>
                  </a:cubicBezTo>
                  <a:cubicBezTo>
                    <a:pt x="872854" y="1249777"/>
                    <a:pt x="871584" y="1272637"/>
                    <a:pt x="867774" y="1287877"/>
                  </a:cubicBezTo>
                  <a:cubicBezTo>
                    <a:pt x="863964" y="1299307"/>
                    <a:pt x="853804" y="1303117"/>
                    <a:pt x="847454" y="1318357"/>
                  </a:cubicBezTo>
                  <a:cubicBezTo>
                    <a:pt x="833484" y="1348837"/>
                    <a:pt x="829674" y="1435197"/>
                    <a:pt x="814434" y="1475837"/>
                  </a:cubicBezTo>
                  <a:cubicBezTo>
                    <a:pt x="803004" y="1505047"/>
                    <a:pt x="785224" y="1517747"/>
                    <a:pt x="775064" y="1544417"/>
                  </a:cubicBezTo>
                  <a:cubicBezTo>
                    <a:pt x="762364" y="1578707"/>
                    <a:pt x="759824" y="1659987"/>
                    <a:pt x="748394" y="1667607"/>
                  </a:cubicBezTo>
                  <a:cubicBezTo>
                    <a:pt x="744584" y="1668877"/>
                    <a:pt x="740774" y="1662527"/>
                    <a:pt x="736964" y="1665067"/>
                  </a:cubicBezTo>
                  <a:cubicBezTo>
                    <a:pt x="725534" y="1668877"/>
                    <a:pt x="715374" y="1714597"/>
                    <a:pt x="697594" y="1726027"/>
                  </a:cubicBezTo>
                  <a:cubicBezTo>
                    <a:pt x="682354" y="1736187"/>
                    <a:pt x="659494" y="1738727"/>
                    <a:pt x="642984" y="1734917"/>
                  </a:cubicBezTo>
                  <a:cubicBezTo>
                    <a:pt x="626474" y="1731107"/>
                    <a:pt x="606154" y="1719677"/>
                    <a:pt x="595994" y="1705707"/>
                  </a:cubicBezTo>
                  <a:cubicBezTo>
                    <a:pt x="585834" y="1691737"/>
                    <a:pt x="575674" y="1671417"/>
                    <a:pt x="580754" y="1652367"/>
                  </a:cubicBezTo>
                  <a:cubicBezTo>
                    <a:pt x="588374" y="1620617"/>
                    <a:pt x="640444" y="1582517"/>
                    <a:pt x="687434" y="1541877"/>
                  </a:cubicBezTo>
                  <a:cubicBezTo>
                    <a:pt x="759824" y="1475837"/>
                    <a:pt x="993504" y="1315817"/>
                    <a:pt x="989694" y="1310737"/>
                  </a:cubicBezTo>
                  <a:cubicBezTo>
                    <a:pt x="988424" y="1309467"/>
                    <a:pt x="935084" y="1342487"/>
                    <a:pt x="933814" y="1341217"/>
                  </a:cubicBezTo>
                  <a:cubicBezTo>
                    <a:pt x="932544" y="1339947"/>
                    <a:pt x="959214" y="1312007"/>
                    <a:pt x="974454" y="1306927"/>
                  </a:cubicBezTo>
                  <a:cubicBezTo>
                    <a:pt x="989694" y="1301847"/>
                    <a:pt x="1012554" y="1303117"/>
                    <a:pt x="1027794" y="1308197"/>
                  </a:cubicBezTo>
                  <a:cubicBezTo>
                    <a:pt x="1039224" y="1312007"/>
                    <a:pt x="1049384" y="1318357"/>
                    <a:pt x="1055734" y="1329787"/>
                  </a:cubicBezTo>
                  <a:cubicBezTo>
                    <a:pt x="1065894" y="1345027"/>
                    <a:pt x="1074784" y="1367887"/>
                    <a:pt x="1070974" y="1397097"/>
                  </a:cubicBezTo>
                  <a:cubicBezTo>
                    <a:pt x="1064624" y="1458057"/>
                    <a:pt x="990964" y="1625697"/>
                    <a:pt x="949054" y="1670147"/>
                  </a:cubicBezTo>
                  <a:cubicBezTo>
                    <a:pt x="928734" y="1691737"/>
                    <a:pt x="907144" y="1703167"/>
                    <a:pt x="886824" y="1703167"/>
                  </a:cubicBezTo>
                  <a:cubicBezTo>
                    <a:pt x="866504" y="1703167"/>
                    <a:pt x="836024" y="1687927"/>
                    <a:pt x="824594" y="1671417"/>
                  </a:cubicBezTo>
                  <a:cubicBezTo>
                    <a:pt x="813164" y="1653637"/>
                    <a:pt x="806814" y="1620617"/>
                    <a:pt x="815704" y="1601567"/>
                  </a:cubicBezTo>
                  <a:cubicBezTo>
                    <a:pt x="827134" y="1577437"/>
                    <a:pt x="877934" y="1572357"/>
                    <a:pt x="899524" y="1546957"/>
                  </a:cubicBezTo>
                  <a:cubicBezTo>
                    <a:pt x="923654" y="1520287"/>
                    <a:pt x="931274" y="1472027"/>
                    <a:pt x="954134" y="1444087"/>
                  </a:cubicBezTo>
                  <a:cubicBezTo>
                    <a:pt x="974454" y="1418687"/>
                    <a:pt x="1001124" y="1389477"/>
                    <a:pt x="1029064" y="1384397"/>
                  </a:cubicBezTo>
                  <a:cubicBezTo>
                    <a:pt x="1057004" y="1380587"/>
                    <a:pt x="1101454" y="1395827"/>
                    <a:pt x="1123044" y="1417417"/>
                  </a:cubicBezTo>
                  <a:cubicBezTo>
                    <a:pt x="1145904" y="1441547"/>
                    <a:pt x="1150984" y="1489807"/>
                    <a:pt x="1154794" y="1526637"/>
                  </a:cubicBezTo>
                  <a:cubicBezTo>
                    <a:pt x="1159874" y="1564737"/>
                    <a:pt x="1164954" y="1614267"/>
                    <a:pt x="1149714" y="1642207"/>
                  </a:cubicBezTo>
                  <a:cubicBezTo>
                    <a:pt x="1138284" y="1663797"/>
                    <a:pt x="1112884" y="1681577"/>
                    <a:pt x="1091294" y="1685387"/>
                  </a:cubicBezTo>
                  <a:cubicBezTo>
                    <a:pt x="1069704" y="1689197"/>
                    <a:pt x="1036684" y="1675227"/>
                    <a:pt x="1021444" y="1661257"/>
                  </a:cubicBezTo>
                  <a:cubicBezTo>
                    <a:pt x="1007474" y="1648557"/>
                    <a:pt x="997314" y="1628237"/>
                    <a:pt x="999854" y="1609187"/>
                  </a:cubicBezTo>
                  <a:cubicBezTo>
                    <a:pt x="1003664" y="1581247"/>
                    <a:pt x="1045574" y="1541877"/>
                    <a:pt x="1078594" y="1513937"/>
                  </a:cubicBezTo>
                  <a:cubicBezTo>
                    <a:pt x="1119234" y="1480917"/>
                    <a:pt x="1170034" y="1454247"/>
                    <a:pt x="1228454" y="1427577"/>
                  </a:cubicBezTo>
                  <a:cubicBezTo>
                    <a:pt x="1300844" y="1395827"/>
                    <a:pt x="1426574" y="1372967"/>
                    <a:pt x="1486264" y="1343757"/>
                  </a:cubicBezTo>
                  <a:cubicBezTo>
                    <a:pt x="1520554" y="1325977"/>
                    <a:pt x="1537064" y="1298037"/>
                    <a:pt x="1562464" y="1290417"/>
                  </a:cubicBezTo>
                  <a:cubicBezTo>
                    <a:pt x="1585324" y="1282797"/>
                    <a:pt x="1613264" y="1282797"/>
                    <a:pt x="1631044" y="1290417"/>
                  </a:cubicBezTo>
                  <a:cubicBezTo>
                    <a:pt x="1646284" y="1298037"/>
                    <a:pt x="1658984" y="1314547"/>
                    <a:pt x="1665334" y="1329787"/>
                  </a:cubicBezTo>
                  <a:cubicBezTo>
                    <a:pt x="1670414" y="1345027"/>
                    <a:pt x="1670414" y="1361537"/>
                    <a:pt x="1664064" y="1381857"/>
                  </a:cubicBezTo>
                  <a:cubicBezTo>
                    <a:pt x="1653904" y="1414877"/>
                    <a:pt x="1609454" y="1458057"/>
                    <a:pt x="1585324" y="1501237"/>
                  </a:cubicBezTo>
                  <a:cubicBezTo>
                    <a:pt x="1559924" y="1545687"/>
                    <a:pt x="1539604" y="1619347"/>
                    <a:pt x="1514204" y="1647287"/>
                  </a:cubicBezTo>
                  <a:cubicBezTo>
                    <a:pt x="1500234" y="1663797"/>
                    <a:pt x="1484994" y="1672687"/>
                    <a:pt x="1469754" y="1676497"/>
                  </a:cubicBezTo>
                  <a:cubicBezTo>
                    <a:pt x="1458324" y="1680307"/>
                    <a:pt x="1446894" y="1680307"/>
                    <a:pt x="1435464" y="1676497"/>
                  </a:cubicBezTo>
                  <a:cubicBezTo>
                    <a:pt x="1420224" y="1671417"/>
                    <a:pt x="1401174" y="1657447"/>
                    <a:pt x="1392284" y="1646017"/>
                  </a:cubicBezTo>
                  <a:cubicBezTo>
                    <a:pt x="1384664" y="1635857"/>
                    <a:pt x="1380854" y="1624427"/>
                    <a:pt x="1379584" y="1612997"/>
                  </a:cubicBezTo>
                  <a:cubicBezTo>
                    <a:pt x="1378314" y="1597757"/>
                    <a:pt x="1379584" y="1572357"/>
                    <a:pt x="1392284" y="1562197"/>
                  </a:cubicBezTo>
                  <a:cubicBezTo>
                    <a:pt x="1411334" y="1545687"/>
                    <a:pt x="1476104" y="1572357"/>
                    <a:pt x="1504044" y="1555847"/>
                  </a:cubicBezTo>
                  <a:cubicBezTo>
                    <a:pt x="1530714" y="1539337"/>
                    <a:pt x="1531984" y="1497427"/>
                    <a:pt x="1558654" y="1464407"/>
                  </a:cubicBezTo>
                  <a:cubicBezTo>
                    <a:pt x="1599294" y="1413607"/>
                    <a:pt x="1684384" y="1323437"/>
                    <a:pt x="1741534" y="1294227"/>
                  </a:cubicBezTo>
                  <a:cubicBezTo>
                    <a:pt x="1779634" y="1273907"/>
                    <a:pt x="1822814" y="1267557"/>
                    <a:pt x="1852024" y="1270097"/>
                  </a:cubicBezTo>
                  <a:cubicBezTo>
                    <a:pt x="1872344" y="1271367"/>
                    <a:pt x="1891394" y="1280257"/>
                    <a:pt x="1902824" y="1289147"/>
                  </a:cubicBezTo>
                  <a:cubicBezTo>
                    <a:pt x="1912984" y="1296767"/>
                    <a:pt x="1920604" y="1306927"/>
                    <a:pt x="1923144" y="1319627"/>
                  </a:cubicBezTo>
                  <a:cubicBezTo>
                    <a:pt x="1928224" y="1337407"/>
                    <a:pt x="1925684" y="1372967"/>
                    <a:pt x="1915524" y="1389477"/>
                  </a:cubicBezTo>
                  <a:cubicBezTo>
                    <a:pt x="1905364" y="1404717"/>
                    <a:pt x="1872344" y="1407257"/>
                    <a:pt x="1871074" y="1419957"/>
                  </a:cubicBezTo>
                  <a:cubicBezTo>
                    <a:pt x="1868534" y="1436467"/>
                    <a:pt x="1916794" y="1451707"/>
                    <a:pt x="1920604" y="1482187"/>
                  </a:cubicBezTo>
                  <a:cubicBezTo>
                    <a:pt x="1926954" y="1544417"/>
                    <a:pt x="1813924" y="1737457"/>
                    <a:pt x="1774554" y="1785717"/>
                  </a:cubicBezTo>
                  <a:cubicBezTo>
                    <a:pt x="1758044" y="1804767"/>
                    <a:pt x="1747884" y="1813657"/>
                    <a:pt x="1731374" y="1818737"/>
                  </a:cubicBezTo>
                  <a:cubicBezTo>
                    <a:pt x="1714864" y="1823817"/>
                    <a:pt x="1692004" y="1820007"/>
                    <a:pt x="1678034" y="1814927"/>
                  </a:cubicBezTo>
                  <a:cubicBezTo>
                    <a:pt x="1666604" y="1809847"/>
                    <a:pt x="1656444" y="1802227"/>
                    <a:pt x="1650094" y="1792067"/>
                  </a:cubicBezTo>
                  <a:cubicBezTo>
                    <a:pt x="1641204" y="1779367"/>
                    <a:pt x="1633584" y="1755237"/>
                    <a:pt x="1633584" y="1739997"/>
                  </a:cubicBezTo>
                  <a:cubicBezTo>
                    <a:pt x="1634854" y="1727297"/>
                    <a:pt x="1636124" y="1714597"/>
                    <a:pt x="1645014" y="1705707"/>
                  </a:cubicBezTo>
                  <a:cubicBezTo>
                    <a:pt x="1658984" y="1691737"/>
                    <a:pt x="1697084" y="1695547"/>
                    <a:pt x="1723754" y="1677767"/>
                  </a:cubicBezTo>
                  <a:cubicBezTo>
                    <a:pt x="1765664" y="1651097"/>
                    <a:pt x="1802494" y="1590137"/>
                    <a:pt x="1854564" y="1545687"/>
                  </a:cubicBezTo>
                  <a:cubicBezTo>
                    <a:pt x="1921874" y="1489807"/>
                    <a:pt x="2008234" y="1431387"/>
                    <a:pt x="2100944" y="1376777"/>
                  </a:cubicBezTo>
                  <a:cubicBezTo>
                    <a:pt x="2210164" y="1312007"/>
                    <a:pt x="2372724" y="1245967"/>
                    <a:pt x="2470514" y="1192627"/>
                  </a:cubicBezTo>
                  <a:cubicBezTo>
                    <a:pt x="2537824" y="1154527"/>
                    <a:pt x="2594974" y="1093567"/>
                    <a:pt x="2635614" y="1091027"/>
                  </a:cubicBezTo>
                  <a:cubicBezTo>
                    <a:pt x="2658474" y="1089757"/>
                    <a:pt x="2680064" y="1101187"/>
                    <a:pt x="2691494" y="1116427"/>
                  </a:cubicBezTo>
                  <a:cubicBezTo>
                    <a:pt x="2701654" y="1130397"/>
                    <a:pt x="2705464" y="1159607"/>
                    <a:pt x="2701654" y="1176117"/>
                  </a:cubicBezTo>
                  <a:cubicBezTo>
                    <a:pt x="2697844" y="1191357"/>
                    <a:pt x="2683874" y="1193897"/>
                    <a:pt x="2672444" y="1212947"/>
                  </a:cubicBezTo>
                  <a:cubicBezTo>
                    <a:pt x="2643234" y="1261207"/>
                    <a:pt x="2600054" y="1413607"/>
                    <a:pt x="2558144" y="1498697"/>
                  </a:cubicBezTo>
                  <a:cubicBezTo>
                    <a:pt x="2522584" y="1571087"/>
                    <a:pt x="2437494" y="1689197"/>
                    <a:pt x="2442574" y="1693007"/>
                  </a:cubicBezTo>
                  <a:cubicBezTo>
                    <a:pt x="2445114" y="1695547"/>
                    <a:pt x="2490834" y="1630777"/>
                    <a:pt x="2527664" y="1593947"/>
                  </a:cubicBezTo>
                  <a:cubicBezTo>
                    <a:pt x="2578464" y="1541877"/>
                    <a:pt x="2662284" y="1482187"/>
                    <a:pt x="2727054" y="1417417"/>
                  </a:cubicBezTo>
                  <a:cubicBezTo>
                    <a:pt x="2795634" y="1348837"/>
                    <a:pt x="2871834" y="1237077"/>
                    <a:pt x="2925174" y="1193897"/>
                  </a:cubicBezTo>
                  <a:cubicBezTo>
                    <a:pt x="2953114" y="1169767"/>
                    <a:pt x="2972164" y="1150717"/>
                    <a:pt x="3000104" y="1150717"/>
                  </a:cubicBezTo>
                  <a:cubicBezTo>
                    <a:pt x="3034394" y="1150717"/>
                    <a:pt x="3096624" y="1185007"/>
                    <a:pt x="3114404" y="1214217"/>
                  </a:cubicBezTo>
                  <a:cubicBezTo>
                    <a:pt x="3129644" y="1238347"/>
                    <a:pt x="3128374" y="1267557"/>
                    <a:pt x="3120754" y="1300577"/>
                  </a:cubicBezTo>
                  <a:cubicBezTo>
                    <a:pt x="3110594" y="1351377"/>
                    <a:pt x="3063604" y="1432657"/>
                    <a:pt x="3025504" y="1484727"/>
                  </a:cubicBezTo>
                  <a:cubicBezTo>
                    <a:pt x="2993754" y="1530447"/>
                    <a:pt x="2950574" y="1554577"/>
                    <a:pt x="2915014" y="1600297"/>
                  </a:cubicBezTo>
                  <a:cubicBezTo>
                    <a:pt x="2874374" y="1654907"/>
                    <a:pt x="2831194" y="1761587"/>
                    <a:pt x="2800714" y="1797147"/>
                  </a:cubicBezTo>
                  <a:cubicBezTo>
                    <a:pt x="2785474" y="1812387"/>
                    <a:pt x="2776584" y="1821277"/>
                    <a:pt x="2761344" y="1825087"/>
                  </a:cubicBezTo>
                  <a:cubicBezTo>
                    <a:pt x="2747374" y="1828897"/>
                    <a:pt x="2727054" y="1825087"/>
                    <a:pt x="2714354" y="1820007"/>
                  </a:cubicBezTo>
                  <a:cubicBezTo>
                    <a:pt x="2704194" y="1816197"/>
                    <a:pt x="2696574" y="1809847"/>
                    <a:pt x="2690224" y="1799687"/>
                  </a:cubicBezTo>
                  <a:cubicBezTo>
                    <a:pt x="2682604" y="1788257"/>
                    <a:pt x="2676254" y="1767937"/>
                    <a:pt x="2677524" y="1753967"/>
                  </a:cubicBezTo>
                  <a:cubicBezTo>
                    <a:pt x="2677524" y="1742537"/>
                    <a:pt x="2677524" y="1737457"/>
                    <a:pt x="2687684" y="1723487"/>
                  </a:cubicBezTo>
                  <a:cubicBezTo>
                    <a:pt x="2734674" y="1654907"/>
                    <a:pt x="3115674" y="1334867"/>
                    <a:pt x="3270614" y="1223107"/>
                  </a:cubicBezTo>
                  <a:cubicBezTo>
                    <a:pt x="3362054" y="1157067"/>
                    <a:pt x="3435714" y="1130397"/>
                    <a:pt x="3501754" y="1083407"/>
                  </a:cubicBezTo>
                  <a:cubicBezTo>
                    <a:pt x="3557634" y="1044037"/>
                    <a:pt x="3604624" y="990697"/>
                    <a:pt x="3649074" y="965297"/>
                  </a:cubicBezTo>
                  <a:cubicBezTo>
                    <a:pt x="3679554" y="947517"/>
                    <a:pt x="3708764" y="933547"/>
                    <a:pt x="3736704" y="934817"/>
                  </a:cubicBezTo>
                  <a:cubicBezTo>
                    <a:pt x="3762104" y="936087"/>
                    <a:pt x="3790044" y="947517"/>
                    <a:pt x="3806554" y="966567"/>
                  </a:cubicBezTo>
                  <a:cubicBezTo>
                    <a:pt x="3825604" y="989427"/>
                    <a:pt x="3837034" y="1035147"/>
                    <a:pt x="3835764" y="1070707"/>
                  </a:cubicBezTo>
                  <a:cubicBezTo>
                    <a:pt x="3835764" y="1110077"/>
                    <a:pt x="3814174" y="1145637"/>
                    <a:pt x="3793854" y="1193897"/>
                  </a:cubicBezTo>
                  <a:cubicBezTo>
                    <a:pt x="3763374" y="1267557"/>
                    <a:pt x="3704954" y="1419957"/>
                    <a:pt x="3661774" y="1464407"/>
                  </a:cubicBezTo>
                  <a:cubicBezTo>
                    <a:pt x="3641454" y="1485997"/>
                    <a:pt x="3621134" y="1497427"/>
                    <a:pt x="3602084" y="1498697"/>
                  </a:cubicBezTo>
                  <a:cubicBezTo>
                    <a:pt x="3584304" y="1499967"/>
                    <a:pt x="3563984" y="1489807"/>
                    <a:pt x="3551284" y="1480917"/>
                  </a:cubicBezTo>
                  <a:cubicBezTo>
                    <a:pt x="3541124" y="1473297"/>
                    <a:pt x="3534774" y="1466947"/>
                    <a:pt x="3530964" y="1451707"/>
                  </a:cubicBezTo>
                  <a:cubicBezTo>
                    <a:pt x="3518264" y="1411067"/>
                    <a:pt x="3575414" y="1233267"/>
                    <a:pt x="3539854" y="1205327"/>
                  </a:cubicBezTo>
                  <a:cubicBezTo>
                    <a:pt x="3508104" y="1181197"/>
                    <a:pt x="3409044" y="1237077"/>
                    <a:pt x="3349354" y="1267557"/>
                  </a:cubicBezTo>
                  <a:cubicBezTo>
                    <a:pt x="3288394" y="1298037"/>
                    <a:pt x="3214734" y="1356457"/>
                    <a:pt x="3176634" y="1392017"/>
                  </a:cubicBezTo>
                  <a:cubicBezTo>
                    <a:pt x="3155044" y="1412337"/>
                    <a:pt x="3149964" y="1437737"/>
                    <a:pt x="3132184" y="1446627"/>
                  </a:cubicBezTo>
                  <a:cubicBezTo>
                    <a:pt x="3116944" y="1454247"/>
                    <a:pt x="3097894" y="1454247"/>
                    <a:pt x="3082654" y="1449167"/>
                  </a:cubicBezTo>
                  <a:cubicBezTo>
                    <a:pt x="3066144" y="1442817"/>
                    <a:pt x="3044554" y="1419957"/>
                    <a:pt x="3038204" y="1403447"/>
                  </a:cubicBezTo>
                  <a:cubicBezTo>
                    <a:pt x="3031854" y="1388207"/>
                    <a:pt x="3035664" y="1367887"/>
                    <a:pt x="3040744" y="1353917"/>
                  </a:cubicBezTo>
                  <a:cubicBezTo>
                    <a:pt x="3045824" y="1343757"/>
                    <a:pt x="3059794" y="1341217"/>
                    <a:pt x="3062334" y="1328517"/>
                  </a:cubicBezTo>
                  <a:cubicBezTo>
                    <a:pt x="3064874" y="1305657"/>
                    <a:pt x="3017884" y="1271367"/>
                    <a:pt x="3020424" y="1221837"/>
                  </a:cubicBezTo>
                  <a:cubicBezTo>
                    <a:pt x="3026774" y="1101187"/>
                    <a:pt x="3270614" y="677007"/>
                    <a:pt x="3343004" y="609697"/>
                  </a:cubicBezTo>
                  <a:cubicBezTo>
                    <a:pt x="3364594" y="589377"/>
                    <a:pt x="3381104" y="584297"/>
                    <a:pt x="3398884" y="584297"/>
                  </a:cubicBezTo>
                  <a:cubicBezTo>
                    <a:pt x="3415394" y="585567"/>
                    <a:pt x="3439524" y="602077"/>
                    <a:pt x="3449684" y="616047"/>
                  </a:cubicBezTo>
                  <a:cubicBezTo>
                    <a:pt x="3458574" y="628747"/>
                    <a:pt x="3459844" y="647797"/>
                    <a:pt x="3457304" y="661767"/>
                  </a:cubicBezTo>
                  <a:cubicBezTo>
                    <a:pt x="3456034" y="671927"/>
                    <a:pt x="3452224" y="679547"/>
                    <a:pt x="3444604" y="689707"/>
                  </a:cubicBezTo>
                  <a:cubicBezTo>
                    <a:pt x="3433174" y="706217"/>
                    <a:pt x="3416664" y="716377"/>
                    <a:pt x="3379834" y="743047"/>
                  </a:cubicBezTo>
                  <a:cubicBezTo>
                    <a:pt x="3233784" y="854807"/>
                    <a:pt x="2424794" y="1507587"/>
                    <a:pt x="2220324" y="1536797"/>
                  </a:cubicBezTo>
                  <a:cubicBezTo>
                    <a:pt x="2154284" y="1546957"/>
                    <a:pt x="2103484" y="1524097"/>
                    <a:pt x="2079354" y="1492347"/>
                  </a:cubicBezTo>
                  <a:cubicBezTo>
                    <a:pt x="2055224" y="1461867"/>
                    <a:pt x="2061574" y="1407257"/>
                    <a:pt x="2071734" y="1355187"/>
                  </a:cubicBezTo>
                  <a:cubicBezTo>
                    <a:pt x="2084434" y="1277717"/>
                    <a:pt x="2153014" y="1148177"/>
                    <a:pt x="2192384" y="1078327"/>
                  </a:cubicBezTo>
                  <a:cubicBezTo>
                    <a:pt x="2217784" y="1032607"/>
                    <a:pt x="2244454" y="994507"/>
                    <a:pt x="2268584" y="971647"/>
                  </a:cubicBezTo>
                  <a:cubicBezTo>
                    <a:pt x="2282554" y="957677"/>
                    <a:pt x="2293984" y="946247"/>
                    <a:pt x="2309224" y="942437"/>
                  </a:cubicBezTo>
                  <a:cubicBezTo>
                    <a:pt x="2328274" y="939897"/>
                    <a:pt x="2358754" y="946247"/>
                    <a:pt x="2372724" y="958947"/>
                  </a:cubicBezTo>
                  <a:cubicBezTo>
                    <a:pt x="2387964" y="971647"/>
                    <a:pt x="2399394" y="994507"/>
                    <a:pt x="2396854" y="1019907"/>
                  </a:cubicBezTo>
                  <a:cubicBezTo>
                    <a:pt x="2390504" y="1066897"/>
                    <a:pt x="2319384" y="1153257"/>
                    <a:pt x="2266044" y="1211677"/>
                  </a:cubicBezTo>
                  <a:cubicBezTo>
                    <a:pt x="2208894" y="1273907"/>
                    <a:pt x="2146664" y="1319627"/>
                    <a:pt x="2062844" y="1381857"/>
                  </a:cubicBezTo>
                  <a:cubicBezTo>
                    <a:pt x="1944734" y="1469487"/>
                    <a:pt x="1721214" y="1656177"/>
                    <a:pt x="1615804" y="1676497"/>
                  </a:cubicBezTo>
                  <a:cubicBezTo>
                    <a:pt x="1563734" y="1686657"/>
                    <a:pt x="1514204" y="1675227"/>
                    <a:pt x="1491344" y="1652367"/>
                  </a:cubicBezTo>
                  <a:cubicBezTo>
                    <a:pt x="1471024" y="1633317"/>
                    <a:pt x="1464674" y="1600297"/>
                    <a:pt x="1469754" y="1562197"/>
                  </a:cubicBezTo>
                  <a:cubicBezTo>
                    <a:pt x="1482454" y="1479647"/>
                    <a:pt x="1639934" y="1284067"/>
                    <a:pt x="1679304" y="1195167"/>
                  </a:cubicBezTo>
                  <a:cubicBezTo>
                    <a:pt x="1699624" y="1148177"/>
                    <a:pt x="1697084" y="1106267"/>
                    <a:pt x="1713594" y="1082137"/>
                  </a:cubicBezTo>
                  <a:cubicBezTo>
                    <a:pt x="1725024" y="1066897"/>
                    <a:pt x="1741534" y="1056737"/>
                    <a:pt x="1755504" y="1051657"/>
                  </a:cubicBezTo>
                  <a:cubicBezTo>
                    <a:pt x="1766934" y="1047847"/>
                    <a:pt x="1778364" y="1047847"/>
                    <a:pt x="1789794" y="1050387"/>
                  </a:cubicBezTo>
                  <a:cubicBezTo>
                    <a:pt x="1803764" y="1055467"/>
                    <a:pt x="1824084" y="1065627"/>
                    <a:pt x="1832974" y="1078327"/>
                  </a:cubicBezTo>
                  <a:cubicBezTo>
                    <a:pt x="1843134" y="1091027"/>
                    <a:pt x="1846944" y="1113887"/>
                    <a:pt x="1846944" y="1127857"/>
                  </a:cubicBezTo>
                  <a:cubicBezTo>
                    <a:pt x="1846944" y="1140557"/>
                    <a:pt x="1845674" y="1145637"/>
                    <a:pt x="1835514" y="1160877"/>
                  </a:cubicBezTo>
                  <a:cubicBezTo>
                    <a:pt x="1789794" y="1229457"/>
                    <a:pt x="1457054" y="1521557"/>
                    <a:pt x="1307194" y="1633317"/>
                  </a:cubicBezTo>
                  <a:cubicBezTo>
                    <a:pt x="1208134" y="1705707"/>
                    <a:pt x="1138284" y="1741267"/>
                    <a:pt x="1044304" y="1792067"/>
                  </a:cubicBezTo>
                  <a:cubicBezTo>
                    <a:pt x="940164" y="1846677"/>
                    <a:pt x="791574" y="1940657"/>
                    <a:pt x="709024" y="1949547"/>
                  </a:cubicBezTo>
                  <a:cubicBezTo>
                    <a:pt x="663304" y="1954627"/>
                    <a:pt x="625204" y="1944467"/>
                    <a:pt x="599804" y="1924147"/>
                  </a:cubicBezTo>
                  <a:cubicBezTo>
                    <a:pt x="576944" y="1905097"/>
                    <a:pt x="561704" y="1869537"/>
                    <a:pt x="559164" y="1837787"/>
                  </a:cubicBezTo>
                  <a:cubicBezTo>
                    <a:pt x="555354" y="1800957"/>
                    <a:pt x="571864" y="1761587"/>
                    <a:pt x="592184" y="1714597"/>
                  </a:cubicBezTo>
                  <a:cubicBezTo>
                    <a:pt x="622664" y="1642207"/>
                    <a:pt x="695054" y="1549497"/>
                    <a:pt x="747124" y="1456787"/>
                  </a:cubicBezTo>
                  <a:cubicBezTo>
                    <a:pt x="804274" y="1351377"/>
                    <a:pt x="886824" y="1163417"/>
                    <a:pt x="918574" y="1112617"/>
                  </a:cubicBezTo>
                  <a:cubicBezTo>
                    <a:pt x="928734" y="1098647"/>
                    <a:pt x="931274" y="1092297"/>
                    <a:pt x="942704" y="1085947"/>
                  </a:cubicBezTo>
                  <a:cubicBezTo>
                    <a:pt x="955404" y="1078327"/>
                    <a:pt x="976994" y="1069437"/>
                    <a:pt x="993504" y="1071977"/>
                  </a:cubicBezTo>
                  <a:cubicBezTo>
                    <a:pt x="1012554" y="1074517"/>
                    <a:pt x="1040494" y="1093567"/>
                    <a:pt x="1051924" y="1110077"/>
                  </a:cubicBezTo>
                  <a:cubicBezTo>
                    <a:pt x="1060814" y="1124047"/>
                    <a:pt x="1068434" y="1148177"/>
                    <a:pt x="1059544" y="1162147"/>
                  </a:cubicBezTo>
                  <a:cubicBezTo>
                    <a:pt x="1044304" y="1185007"/>
                    <a:pt x="973184" y="1197707"/>
                    <a:pt x="928734" y="1202787"/>
                  </a:cubicBezTo>
                  <a:cubicBezTo>
                    <a:pt x="884284" y="1209137"/>
                    <a:pt x="846184" y="1192627"/>
                    <a:pt x="794114" y="1200247"/>
                  </a:cubicBezTo>
                  <a:cubicBezTo>
                    <a:pt x="721724" y="1211677"/>
                    <a:pt x="612504" y="1268827"/>
                    <a:pt x="536304" y="1291687"/>
                  </a:cubicBezTo>
                  <a:cubicBezTo>
                    <a:pt x="477884" y="1308197"/>
                    <a:pt x="418194" y="1329787"/>
                    <a:pt x="377554" y="1329787"/>
                  </a:cubicBezTo>
                  <a:cubicBezTo>
                    <a:pt x="352154" y="1329787"/>
                    <a:pt x="328024" y="1324707"/>
                    <a:pt x="314054" y="1315817"/>
                  </a:cubicBezTo>
                  <a:cubicBezTo>
                    <a:pt x="303894" y="1309467"/>
                    <a:pt x="298814" y="1299307"/>
                    <a:pt x="295004" y="1289147"/>
                  </a:cubicBezTo>
                  <a:cubicBezTo>
                    <a:pt x="289924" y="1275177"/>
                    <a:pt x="287384" y="1253587"/>
                    <a:pt x="293734" y="1239617"/>
                  </a:cubicBezTo>
                  <a:cubicBezTo>
                    <a:pt x="301354" y="1221837"/>
                    <a:pt x="325484" y="1216757"/>
                    <a:pt x="341994" y="1195167"/>
                  </a:cubicBezTo>
                  <a:cubicBezTo>
                    <a:pt x="371204" y="1157067"/>
                    <a:pt x="395334" y="1077057"/>
                    <a:pt x="433434" y="1014827"/>
                  </a:cubicBezTo>
                  <a:cubicBezTo>
                    <a:pt x="480424" y="939897"/>
                    <a:pt x="533764" y="867507"/>
                    <a:pt x="608694" y="783687"/>
                  </a:cubicBezTo>
                  <a:cubicBezTo>
                    <a:pt x="715374" y="665577"/>
                    <a:pt x="949054" y="423007"/>
                    <a:pt x="1029064" y="384907"/>
                  </a:cubicBezTo>
                  <a:cubicBezTo>
                    <a:pt x="1054464" y="373477"/>
                    <a:pt x="1070974" y="373477"/>
                    <a:pt x="1086214" y="378557"/>
                  </a:cubicBezTo>
                  <a:cubicBezTo>
                    <a:pt x="1100184" y="382367"/>
                    <a:pt x="1112884" y="396337"/>
                    <a:pt x="1119234" y="407767"/>
                  </a:cubicBezTo>
                  <a:cubicBezTo>
                    <a:pt x="1125584" y="420467"/>
                    <a:pt x="1126854" y="439517"/>
                    <a:pt x="1125584" y="452217"/>
                  </a:cubicBezTo>
                  <a:cubicBezTo>
                    <a:pt x="1123044" y="462377"/>
                    <a:pt x="1120504" y="464917"/>
                    <a:pt x="1110344" y="478887"/>
                  </a:cubicBezTo>
                  <a:cubicBezTo>
                    <a:pt x="1059544" y="556357"/>
                    <a:pt x="683624" y="1052927"/>
                    <a:pt x="542654" y="1200247"/>
                  </a:cubicBezTo>
                  <a:cubicBezTo>
                    <a:pt x="471534" y="1275177"/>
                    <a:pt x="406764" y="1332327"/>
                    <a:pt x="366124" y="1353917"/>
                  </a:cubicBezTo>
                  <a:cubicBezTo>
                    <a:pt x="349614" y="1364077"/>
                    <a:pt x="338184" y="1367887"/>
                    <a:pt x="324214" y="1366617"/>
                  </a:cubicBezTo>
                  <a:cubicBezTo>
                    <a:pt x="310244" y="1366617"/>
                    <a:pt x="293734" y="1358997"/>
                    <a:pt x="283574" y="1348837"/>
                  </a:cubicBezTo>
                  <a:cubicBezTo>
                    <a:pt x="274684" y="1338677"/>
                    <a:pt x="267064" y="1325977"/>
                    <a:pt x="265794" y="1308197"/>
                  </a:cubicBezTo>
                  <a:cubicBezTo>
                    <a:pt x="264524" y="1277717"/>
                    <a:pt x="283574" y="1225647"/>
                    <a:pt x="302624" y="1181197"/>
                  </a:cubicBezTo>
                  <a:cubicBezTo>
                    <a:pt x="326754" y="1125317"/>
                    <a:pt x="359774" y="1066897"/>
                    <a:pt x="408034" y="1000857"/>
                  </a:cubicBezTo>
                  <a:cubicBezTo>
                    <a:pt x="479154" y="903067"/>
                    <a:pt x="602344" y="774797"/>
                    <a:pt x="709024" y="668117"/>
                  </a:cubicBezTo>
                  <a:cubicBezTo>
                    <a:pt x="815704" y="560167"/>
                    <a:pt x="938894" y="452217"/>
                    <a:pt x="1046844" y="359507"/>
                  </a:cubicBezTo>
                  <a:cubicBezTo>
                    <a:pt x="1140824" y="279497"/>
                    <a:pt x="1242424" y="200757"/>
                    <a:pt x="1318624" y="144877"/>
                  </a:cubicBezTo>
                  <a:cubicBezTo>
                    <a:pt x="1370694" y="105507"/>
                    <a:pt x="1411334" y="76297"/>
                    <a:pt x="1457054" y="50897"/>
                  </a:cubicBezTo>
                  <a:cubicBezTo>
                    <a:pt x="1496424" y="29307"/>
                    <a:pt x="1547224" y="97"/>
                    <a:pt x="1575164" y="1367"/>
                  </a:cubicBezTo>
                  <a:cubicBezTo>
                    <a:pt x="1591674" y="1367"/>
                    <a:pt x="1604374" y="12797"/>
                    <a:pt x="1613264" y="21687"/>
                  </a:cubicBezTo>
                  <a:cubicBezTo>
                    <a:pt x="1620884" y="29307"/>
                    <a:pt x="1624694" y="38197"/>
                    <a:pt x="1625964" y="47087"/>
                  </a:cubicBezTo>
                  <a:cubicBezTo>
                    <a:pt x="1628504" y="55977"/>
                    <a:pt x="1629774" y="66137"/>
                    <a:pt x="1625964" y="76297"/>
                  </a:cubicBezTo>
                  <a:cubicBezTo>
                    <a:pt x="1622154" y="87727"/>
                    <a:pt x="1603104" y="95347"/>
                    <a:pt x="1601834" y="111857"/>
                  </a:cubicBezTo>
                  <a:cubicBezTo>
                    <a:pt x="1598024" y="142337"/>
                    <a:pt x="1656444" y="204567"/>
                    <a:pt x="1656444" y="255367"/>
                  </a:cubicBezTo>
                  <a:cubicBezTo>
                    <a:pt x="1655174" y="312517"/>
                    <a:pt x="1625964" y="368397"/>
                    <a:pt x="1584054" y="440787"/>
                  </a:cubicBezTo>
                  <a:cubicBezTo>
                    <a:pt x="1512934" y="566517"/>
                    <a:pt x="1279254" y="866237"/>
                    <a:pt x="1213214" y="913227"/>
                  </a:cubicBezTo>
                  <a:cubicBezTo>
                    <a:pt x="1196704" y="925927"/>
                    <a:pt x="1185274" y="927197"/>
                    <a:pt x="1173844" y="927197"/>
                  </a:cubicBezTo>
                  <a:cubicBezTo>
                    <a:pt x="1163684" y="927197"/>
                    <a:pt x="1154794" y="924657"/>
                    <a:pt x="1145904" y="919577"/>
                  </a:cubicBezTo>
                  <a:cubicBezTo>
                    <a:pt x="1135744" y="913227"/>
                    <a:pt x="1123044" y="899257"/>
                    <a:pt x="1117964" y="886557"/>
                  </a:cubicBezTo>
                  <a:cubicBezTo>
                    <a:pt x="1114154" y="873857"/>
                    <a:pt x="1112884" y="863697"/>
                    <a:pt x="1119234" y="844647"/>
                  </a:cubicBezTo>
                  <a:cubicBezTo>
                    <a:pt x="1140824" y="777337"/>
                    <a:pt x="1366884" y="514447"/>
                    <a:pt x="1388474" y="450947"/>
                  </a:cubicBezTo>
                  <a:cubicBezTo>
                    <a:pt x="1394824" y="434437"/>
                    <a:pt x="1385934" y="425547"/>
                    <a:pt x="1392284" y="415387"/>
                  </a:cubicBezTo>
                  <a:cubicBezTo>
                    <a:pt x="1398634" y="405227"/>
                    <a:pt x="1417684" y="395067"/>
                    <a:pt x="1430384" y="392527"/>
                  </a:cubicBezTo>
                  <a:cubicBezTo>
                    <a:pt x="1440544" y="388717"/>
                    <a:pt x="1450704" y="389987"/>
                    <a:pt x="1460864" y="393797"/>
                  </a:cubicBezTo>
                  <a:cubicBezTo>
                    <a:pt x="1473564" y="397607"/>
                    <a:pt x="1488804" y="409037"/>
                    <a:pt x="1496424" y="421737"/>
                  </a:cubicBezTo>
                  <a:cubicBezTo>
                    <a:pt x="1504044" y="433167"/>
                    <a:pt x="1506584" y="453487"/>
                    <a:pt x="1505314" y="466187"/>
                  </a:cubicBezTo>
                  <a:cubicBezTo>
                    <a:pt x="1504044" y="476347"/>
                    <a:pt x="1502774" y="483967"/>
                    <a:pt x="1492614" y="494127"/>
                  </a:cubicBezTo>
                  <a:cubicBezTo>
                    <a:pt x="1465944" y="518257"/>
                    <a:pt x="1363074" y="532227"/>
                    <a:pt x="1293224" y="562707"/>
                  </a:cubicBezTo>
                  <a:cubicBezTo>
                    <a:pt x="1208134" y="599537"/>
                    <a:pt x="1121774" y="649067"/>
                    <a:pt x="1022714" y="704947"/>
                  </a:cubicBezTo>
                  <a:cubicBezTo>
                    <a:pt x="899524" y="774797"/>
                    <a:pt x="756014" y="854807"/>
                    <a:pt x="613774" y="953867"/>
                  </a:cubicBezTo>
                  <a:cubicBezTo>
                    <a:pt x="446134" y="1069437"/>
                    <a:pt x="155304" y="1337407"/>
                    <a:pt x="87994" y="1369157"/>
                  </a:cubicBezTo>
                  <a:cubicBezTo>
                    <a:pt x="74024" y="1375507"/>
                    <a:pt x="68944" y="1376777"/>
                    <a:pt x="58784" y="1375507"/>
                  </a:cubicBezTo>
                  <a:cubicBezTo>
                    <a:pt x="47354" y="1374237"/>
                    <a:pt x="29574" y="1366617"/>
                    <a:pt x="19414" y="1358997"/>
                  </a:cubicBezTo>
                  <a:cubicBezTo>
                    <a:pt x="11794" y="1352647"/>
                    <a:pt x="6714" y="1343757"/>
                    <a:pt x="4174" y="1333597"/>
                  </a:cubicBezTo>
                  <a:cubicBezTo>
                    <a:pt x="364" y="1322167"/>
                    <a:pt x="-2176" y="1306927"/>
                    <a:pt x="5444" y="1291687"/>
                  </a:cubicBezTo>
                  <a:cubicBezTo>
                    <a:pt x="20684" y="1257397"/>
                    <a:pt x="85454" y="1212947"/>
                    <a:pt x="147684" y="1162147"/>
                  </a:cubicBezTo>
                  <a:cubicBezTo>
                    <a:pt x="253094" y="1075787"/>
                    <a:pt x="441054" y="937357"/>
                    <a:pt x="590914" y="839567"/>
                  </a:cubicBezTo>
                  <a:cubicBezTo>
                    <a:pt x="734424" y="746857"/>
                    <a:pt x="921114" y="609697"/>
                    <a:pt x="1029064" y="589377"/>
                  </a:cubicBezTo>
                  <a:cubicBezTo>
                    <a:pt x="1086214" y="577947"/>
                    <a:pt x="1140824" y="585567"/>
                    <a:pt x="1167494" y="608427"/>
                  </a:cubicBezTo>
                  <a:cubicBezTo>
                    <a:pt x="1189084" y="624937"/>
                    <a:pt x="1192894" y="656687"/>
                    <a:pt x="1195434" y="689707"/>
                  </a:cubicBezTo>
                  <a:cubicBezTo>
                    <a:pt x="1197974" y="735427"/>
                    <a:pt x="1180194" y="804007"/>
                    <a:pt x="1163684" y="856077"/>
                  </a:cubicBezTo>
                  <a:cubicBezTo>
                    <a:pt x="1148444" y="903067"/>
                    <a:pt x="1117964" y="948787"/>
                    <a:pt x="1103994" y="988157"/>
                  </a:cubicBezTo>
                  <a:cubicBezTo>
                    <a:pt x="1093834" y="1019907"/>
                    <a:pt x="1102724" y="1056737"/>
                    <a:pt x="1084944" y="1073247"/>
                  </a:cubicBezTo>
                  <a:cubicBezTo>
                    <a:pt x="1067164" y="1091027"/>
                    <a:pt x="1002394" y="1101187"/>
                    <a:pt x="998584" y="1092297"/>
                  </a:cubicBezTo>
                  <a:cubicBezTo>
                    <a:pt x="987154" y="1068167"/>
                    <a:pt x="1393554" y="772257"/>
                    <a:pt x="1514204" y="680817"/>
                  </a:cubicBezTo>
                  <a:cubicBezTo>
                    <a:pt x="1578974" y="631287"/>
                    <a:pt x="1615804" y="599537"/>
                    <a:pt x="1664064" y="571597"/>
                  </a:cubicBezTo>
                  <a:cubicBezTo>
                    <a:pt x="1703434" y="548737"/>
                    <a:pt x="1749154" y="538577"/>
                    <a:pt x="1777094" y="519527"/>
                  </a:cubicBezTo>
                  <a:cubicBezTo>
                    <a:pt x="1797414" y="505557"/>
                    <a:pt x="1807574" y="483967"/>
                    <a:pt x="1821544" y="476347"/>
                  </a:cubicBezTo>
                  <a:cubicBezTo>
                    <a:pt x="1831704" y="471267"/>
                    <a:pt x="1840594" y="468727"/>
                    <a:pt x="1852024" y="471267"/>
                  </a:cubicBezTo>
                  <a:cubicBezTo>
                    <a:pt x="1867264" y="473807"/>
                    <a:pt x="1893934" y="487777"/>
                    <a:pt x="1902824" y="503017"/>
                  </a:cubicBezTo>
                  <a:cubicBezTo>
                    <a:pt x="1911714" y="518257"/>
                    <a:pt x="1912984" y="547467"/>
                    <a:pt x="1906634" y="562707"/>
                  </a:cubicBezTo>
                  <a:cubicBezTo>
                    <a:pt x="1900284" y="576677"/>
                    <a:pt x="1883774" y="580487"/>
                    <a:pt x="1873614" y="594457"/>
                  </a:cubicBezTo>
                  <a:cubicBezTo>
                    <a:pt x="1858374" y="617317"/>
                    <a:pt x="1855834" y="657957"/>
                    <a:pt x="1835514" y="690977"/>
                  </a:cubicBezTo>
                  <a:cubicBezTo>
                    <a:pt x="1805034" y="737967"/>
                    <a:pt x="1746614" y="788767"/>
                    <a:pt x="1695814" y="842107"/>
                  </a:cubicBezTo>
                  <a:cubicBezTo>
                    <a:pt x="1639934" y="900527"/>
                    <a:pt x="1580244" y="967837"/>
                    <a:pt x="1511664" y="1028797"/>
                  </a:cubicBezTo>
                  <a:cubicBezTo>
                    <a:pt x="1435464" y="1097377"/>
                    <a:pt x="1313544" y="1195167"/>
                    <a:pt x="1256394" y="1228187"/>
                  </a:cubicBezTo>
                  <a:cubicBezTo>
                    <a:pt x="1230994" y="1242157"/>
                    <a:pt x="1214484" y="1252317"/>
                    <a:pt x="1197974" y="1252317"/>
                  </a:cubicBezTo>
                  <a:cubicBezTo>
                    <a:pt x="1187814" y="1253587"/>
                    <a:pt x="1178924" y="1249777"/>
                    <a:pt x="1170034" y="1244697"/>
                  </a:cubicBezTo>
                  <a:cubicBezTo>
                    <a:pt x="1158604" y="1237077"/>
                    <a:pt x="1145904" y="1223107"/>
                    <a:pt x="1142094" y="1210407"/>
                  </a:cubicBezTo>
                  <a:cubicBezTo>
                    <a:pt x="1137014" y="1196437"/>
                    <a:pt x="1139554" y="1177387"/>
                    <a:pt x="1143364" y="1165957"/>
                  </a:cubicBezTo>
                  <a:cubicBezTo>
                    <a:pt x="1147174" y="1155797"/>
                    <a:pt x="1149714" y="1151987"/>
                    <a:pt x="1161144" y="1141827"/>
                  </a:cubicBezTo>
                  <a:cubicBezTo>
                    <a:pt x="1214484" y="1101187"/>
                    <a:pt x="1488804" y="1007207"/>
                    <a:pt x="1676764" y="938627"/>
                  </a:cubicBezTo>
                  <a:cubicBezTo>
                    <a:pt x="1899014" y="856077"/>
                    <a:pt x="2252074" y="753207"/>
                    <a:pt x="2413364" y="684627"/>
                  </a:cubicBezTo>
                  <a:cubicBezTo>
                    <a:pt x="2493374" y="650337"/>
                    <a:pt x="2545444" y="624937"/>
                    <a:pt x="2591164" y="595727"/>
                  </a:cubicBezTo>
                  <a:cubicBezTo>
                    <a:pt x="2621644" y="575407"/>
                    <a:pt x="2636884" y="550007"/>
                    <a:pt x="2662284" y="537307"/>
                  </a:cubicBezTo>
                  <a:cubicBezTo>
                    <a:pt x="2685144" y="527147"/>
                    <a:pt x="2713084" y="516987"/>
                    <a:pt x="2733404" y="520797"/>
                  </a:cubicBezTo>
                  <a:cubicBezTo>
                    <a:pt x="2752454" y="523337"/>
                    <a:pt x="2772774" y="537307"/>
                    <a:pt x="2782934" y="551277"/>
                  </a:cubicBezTo>
                  <a:cubicBezTo>
                    <a:pt x="2790554" y="562707"/>
                    <a:pt x="2793094" y="576677"/>
                    <a:pt x="2789284" y="594457"/>
                  </a:cubicBezTo>
                  <a:cubicBezTo>
                    <a:pt x="2782934" y="626207"/>
                    <a:pt x="2747374" y="671927"/>
                    <a:pt x="2710544" y="718917"/>
                  </a:cubicBezTo>
                  <a:cubicBezTo>
                    <a:pt x="2653394" y="792577"/>
                    <a:pt x="2550524" y="904337"/>
                    <a:pt x="2466704" y="983077"/>
                  </a:cubicBezTo>
                  <a:cubicBezTo>
                    <a:pt x="2389234" y="1054197"/>
                    <a:pt x="2281284" y="1122777"/>
                    <a:pt x="2229214" y="1172307"/>
                  </a:cubicBezTo>
                  <a:cubicBezTo>
                    <a:pt x="2201274" y="1200247"/>
                    <a:pt x="2192384" y="1223107"/>
                    <a:pt x="2168254" y="1242157"/>
                  </a:cubicBezTo>
                  <a:cubicBezTo>
                    <a:pt x="2144124" y="1261207"/>
                    <a:pt x="2108564" y="1280257"/>
                    <a:pt x="2083164" y="1287877"/>
                  </a:cubicBezTo>
                  <a:cubicBezTo>
                    <a:pt x="2065384" y="1294227"/>
                    <a:pt x="2050144" y="1298037"/>
                    <a:pt x="2036174" y="1294227"/>
                  </a:cubicBezTo>
                  <a:cubicBezTo>
                    <a:pt x="2020934" y="1291687"/>
                    <a:pt x="2004424" y="1278987"/>
                    <a:pt x="1995534" y="1267557"/>
                  </a:cubicBezTo>
                  <a:cubicBezTo>
                    <a:pt x="1989184" y="1258667"/>
                    <a:pt x="1985374" y="1248507"/>
                    <a:pt x="1984104" y="1238347"/>
                  </a:cubicBezTo>
                  <a:cubicBezTo>
                    <a:pt x="1982834" y="1224377"/>
                    <a:pt x="1985374" y="1212947"/>
                    <a:pt x="1994264" y="1191357"/>
                  </a:cubicBezTo>
                  <a:cubicBezTo>
                    <a:pt x="2022204" y="1126587"/>
                    <a:pt x="2154284" y="937357"/>
                    <a:pt x="2231754" y="830677"/>
                  </a:cubicBezTo>
                  <a:cubicBezTo>
                    <a:pt x="2295254" y="739237"/>
                    <a:pt x="2408284" y="581757"/>
                    <a:pt x="2419714" y="585567"/>
                  </a:cubicBezTo>
                  <a:cubicBezTo>
                    <a:pt x="2422254" y="586837"/>
                    <a:pt x="2413364" y="609697"/>
                    <a:pt x="2415904" y="610967"/>
                  </a:cubicBezTo>
                  <a:cubicBezTo>
                    <a:pt x="2419714" y="613507"/>
                    <a:pt x="2438764" y="588107"/>
                    <a:pt x="2451464" y="584297"/>
                  </a:cubicBezTo>
                  <a:cubicBezTo>
                    <a:pt x="2465434" y="580487"/>
                    <a:pt x="2483214" y="581757"/>
                    <a:pt x="2495914" y="588107"/>
                  </a:cubicBezTo>
                  <a:cubicBezTo>
                    <a:pt x="2511154" y="595727"/>
                    <a:pt x="2527664" y="618587"/>
                    <a:pt x="2531474" y="635097"/>
                  </a:cubicBezTo>
                  <a:cubicBezTo>
                    <a:pt x="2535284" y="649067"/>
                    <a:pt x="2532744" y="659227"/>
                    <a:pt x="2522584" y="679547"/>
                  </a:cubicBezTo>
                  <a:cubicBezTo>
                    <a:pt x="2487024" y="744317"/>
                    <a:pt x="2272394" y="942437"/>
                    <a:pt x="2161904" y="1036417"/>
                  </a:cubicBezTo>
                  <a:cubicBezTo>
                    <a:pt x="2080624" y="1104997"/>
                    <a:pt x="2006964" y="1151987"/>
                    <a:pt x="1933304" y="1200247"/>
                  </a:cubicBezTo>
                  <a:cubicBezTo>
                    <a:pt x="1867264" y="1243427"/>
                    <a:pt x="1783444" y="1304387"/>
                    <a:pt x="1741534" y="1317087"/>
                  </a:cubicBezTo>
                  <a:cubicBezTo>
                    <a:pt x="1723754" y="1322167"/>
                    <a:pt x="1713594" y="1322167"/>
                    <a:pt x="1700894" y="1317087"/>
                  </a:cubicBezTo>
                  <a:cubicBezTo>
                    <a:pt x="1686924" y="1310737"/>
                    <a:pt x="1669144" y="1290417"/>
                    <a:pt x="1664064" y="1277717"/>
                  </a:cubicBezTo>
                  <a:cubicBezTo>
                    <a:pt x="1660254" y="1267557"/>
                    <a:pt x="1660254" y="1258667"/>
                    <a:pt x="1664064" y="1249777"/>
                  </a:cubicBezTo>
                  <a:cubicBezTo>
                    <a:pt x="1666604" y="1238347"/>
                    <a:pt x="1684384" y="1229457"/>
                    <a:pt x="1686924" y="1215487"/>
                  </a:cubicBezTo>
                  <a:cubicBezTo>
                    <a:pt x="1689464" y="1191357"/>
                    <a:pt x="1646284" y="1153257"/>
                    <a:pt x="1651364" y="1115157"/>
                  </a:cubicBezTo>
                  <a:cubicBezTo>
                    <a:pt x="1660254" y="1055467"/>
                    <a:pt x="1741534" y="967837"/>
                    <a:pt x="1802494" y="899257"/>
                  </a:cubicBezTo>
                  <a:cubicBezTo>
                    <a:pt x="1868534" y="824327"/>
                    <a:pt x="1934574" y="768447"/>
                    <a:pt x="2037444" y="687167"/>
                  </a:cubicBezTo>
                  <a:cubicBezTo>
                    <a:pt x="2203814" y="553817"/>
                    <a:pt x="2573384" y="302357"/>
                    <a:pt x="2725784" y="205837"/>
                  </a:cubicBezTo>
                  <a:cubicBezTo>
                    <a:pt x="2800714" y="158847"/>
                    <a:pt x="2861674" y="113127"/>
                    <a:pt x="2894694" y="108047"/>
                  </a:cubicBezTo>
                  <a:cubicBezTo>
                    <a:pt x="2908664" y="106777"/>
                    <a:pt x="2915014" y="110587"/>
                    <a:pt x="2923904" y="115667"/>
                  </a:cubicBezTo>
                  <a:cubicBezTo>
                    <a:pt x="2935334" y="122017"/>
                    <a:pt x="2948034" y="135987"/>
                    <a:pt x="2953114" y="148687"/>
                  </a:cubicBezTo>
                  <a:cubicBezTo>
                    <a:pt x="2958194" y="161387"/>
                    <a:pt x="2958194" y="179167"/>
                    <a:pt x="2953114" y="193137"/>
                  </a:cubicBezTo>
                  <a:cubicBezTo>
                    <a:pt x="2948034" y="205837"/>
                    <a:pt x="2923904" y="213457"/>
                    <a:pt x="2923904" y="226157"/>
                  </a:cubicBezTo>
                  <a:cubicBezTo>
                    <a:pt x="2925174" y="245207"/>
                    <a:pt x="2983594" y="264257"/>
                    <a:pt x="2991214" y="294737"/>
                  </a:cubicBezTo>
                  <a:cubicBezTo>
                    <a:pt x="3001374" y="331567"/>
                    <a:pt x="2970894" y="388717"/>
                    <a:pt x="2951844" y="438247"/>
                  </a:cubicBezTo>
                  <a:cubicBezTo>
                    <a:pt x="2930254" y="491587"/>
                    <a:pt x="2902314" y="543657"/>
                    <a:pt x="2866754" y="602077"/>
                  </a:cubicBezTo>
                  <a:cubicBezTo>
                    <a:pt x="2823574" y="673197"/>
                    <a:pt x="2751184" y="778607"/>
                    <a:pt x="2705464" y="831947"/>
                  </a:cubicBezTo>
                  <a:cubicBezTo>
                    <a:pt x="2677524" y="864967"/>
                    <a:pt x="2648314" y="875127"/>
                    <a:pt x="2630534" y="905607"/>
                  </a:cubicBezTo>
                  <a:cubicBezTo>
                    <a:pt x="2611484" y="937357"/>
                    <a:pt x="2617834" y="995777"/>
                    <a:pt x="2597514" y="1018637"/>
                  </a:cubicBezTo>
                  <a:cubicBezTo>
                    <a:pt x="2583544" y="1035147"/>
                    <a:pt x="2560684" y="1046577"/>
                    <a:pt x="2541634" y="1045307"/>
                  </a:cubicBezTo>
                  <a:cubicBezTo>
                    <a:pt x="2523854" y="1045307"/>
                    <a:pt x="2497184" y="1030067"/>
                    <a:pt x="2488294" y="1014827"/>
                  </a:cubicBezTo>
                  <a:cubicBezTo>
                    <a:pt x="2478134" y="999587"/>
                    <a:pt x="2471784" y="967837"/>
                    <a:pt x="2483214" y="952597"/>
                  </a:cubicBezTo>
                  <a:cubicBezTo>
                    <a:pt x="2500994" y="927197"/>
                    <a:pt x="2572114" y="946247"/>
                    <a:pt x="2635614" y="915767"/>
                  </a:cubicBezTo>
                  <a:cubicBezTo>
                    <a:pt x="2774044" y="847187"/>
                    <a:pt x="3075034" y="548737"/>
                    <a:pt x="3229974" y="435707"/>
                  </a:cubicBezTo>
                  <a:cubicBezTo>
                    <a:pt x="3322684" y="367127"/>
                    <a:pt x="3409044" y="303627"/>
                    <a:pt x="3461114" y="280767"/>
                  </a:cubicBezTo>
                  <a:cubicBezTo>
                    <a:pt x="3486514" y="269337"/>
                    <a:pt x="3500484" y="264257"/>
                    <a:pt x="3519534" y="264257"/>
                  </a:cubicBezTo>
                  <a:cubicBezTo>
                    <a:pt x="3538584" y="265527"/>
                    <a:pt x="3563984" y="271877"/>
                    <a:pt x="3575414" y="284577"/>
                  </a:cubicBezTo>
                  <a:cubicBezTo>
                    <a:pt x="3586844" y="297277"/>
                    <a:pt x="3593194" y="315057"/>
                    <a:pt x="3590654" y="340457"/>
                  </a:cubicBezTo>
                  <a:cubicBezTo>
                    <a:pt x="3581764" y="411577"/>
                    <a:pt x="3440794" y="605887"/>
                    <a:pt x="3386184" y="713837"/>
                  </a:cubicBezTo>
                  <a:cubicBezTo>
                    <a:pt x="3345544" y="795117"/>
                    <a:pt x="3313794" y="897987"/>
                    <a:pt x="3287124" y="928467"/>
                  </a:cubicBezTo>
                  <a:cubicBezTo>
                    <a:pt x="3276964" y="941167"/>
                    <a:pt x="3270614" y="943707"/>
                    <a:pt x="3259184" y="947517"/>
                  </a:cubicBezTo>
                  <a:cubicBezTo>
                    <a:pt x="3245214" y="951327"/>
                    <a:pt x="3223624" y="951327"/>
                    <a:pt x="3209654" y="946247"/>
                  </a:cubicBezTo>
                  <a:cubicBezTo>
                    <a:pt x="3195684" y="939897"/>
                    <a:pt x="3180444" y="925927"/>
                    <a:pt x="3172824" y="911957"/>
                  </a:cubicBezTo>
                  <a:cubicBezTo>
                    <a:pt x="3166474" y="897987"/>
                    <a:pt x="3165204" y="876397"/>
                    <a:pt x="3169014" y="862427"/>
                  </a:cubicBezTo>
                  <a:cubicBezTo>
                    <a:pt x="3171554" y="850997"/>
                    <a:pt x="3174094" y="840837"/>
                    <a:pt x="3184254" y="833217"/>
                  </a:cubicBezTo>
                  <a:cubicBezTo>
                    <a:pt x="3207114" y="820517"/>
                    <a:pt x="3276964" y="843377"/>
                    <a:pt x="3318874" y="828137"/>
                  </a:cubicBezTo>
                  <a:cubicBezTo>
                    <a:pt x="3365864" y="811627"/>
                    <a:pt x="3419204" y="745587"/>
                    <a:pt x="3449684" y="731617"/>
                  </a:cubicBezTo>
                  <a:cubicBezTo>
                    <a:pt x="3463654" y="725267"/>
                    <a:pt x="3472544" y="723997"/>
                    <a:pt x="3483974" y="723997"/>
                  </a:cubicBezTo>
                  <a:cubicBezTo>
                    <a:pt x="3495404" y="725267"/>
                    <a:pt x="3506834" y="727807"/>
                    <a:pt x="3516994" y="734157"/>
                  </a:cubicBezTo>
                  <a:cubicBezTo>
                    <a:pt x="3529694" y="741777"/>
                    <a:pt x="3544934" y="758287"/>
                    <a:pt x="3550014" y="773527"/>
                  </a:cubicBezTo>
                  <a:cubicBezTo>
                    <a:pt x="3556364" y="788767"/>
                    <a:pt x="3553824" y="810357"/>
                    <a:pt x="3548744" y="824327"/>
                  </a:cubicBezTo>
                  <a:cubicBezTo>
                    <a:pt x="3544934" y="837027"/>
                    <a:pt x="3538584" y="845917"/>
                    <a:pt x="3528424" y="853537"/>
                  </a:cubicBezTo>
                  <a:cubicBezTo>
                    <a:pt x="3515724" y="862427"/>
                    <a:pt x="3485244" y="868777"/>
                    <a:pt x="3471274" y="868777"/>
                  </a:cubicBezTo>
                  <a:cubicBezTo>
                    <a:pt x="3462384" y="868777"/>
                    <a:pt x="3456034" y="867507"/>
                    <a:pt x="3448414" y="862427"/>
                  </a:cubicBezTo>
                  <a:cubicBezTo>
                    <a:pt x="3435714" y="852267"/>
                    <a:pt x="3411584" y="825597"/>
                    <a:pt x="3410314" y="806547"/>
                  </a:cubicBezTo>
                  <a:cubicBezTo>
                    <a:pt x="3407774" y="786227"/>
                    <a:pt x="3419204" y="755747"/>
                    <a:pt x="3434444" y="743047"/>
                  </a:cubicBezTo>
                  <a:cubicBezTo>
                    <a:pt x="3449684" y="729077"/>
                    <a:pt x="3481434" y="721457"/>
                    <a:pt x="3500484" y="726537"/>
                  </a:cubicBezTo>
                  <a:cubicBezTo>
                    <a:pt x="3519534" y="731617"/>
                    <a:pt x="3543664" y="754477"/>
                    <a:pt x="3550014" y="773527"/>
                  </a:cubicBezTo>
                  <a:cubicBezTo>
                    <a:pt x="3557634" y="791307"/>
                    <a:pt x="3552554" y="824327"/>
                    <a:pt x="3539854" y="840837"/>
                  </a:cubicBezTo>
                  <a:cubicBezTo>
                    <a:pt x="3528424" y="856077"/>
                    <a:pt x="3499214" y="870047"/>
                    <a:pt x="3478894" y="870047"/>
                  </a:cubicBezTo>
                  <a:cubicBezTo>
                    <a:pt x="3458574" y="868777"/>
                    <a:pt x="3430634" y="852267"/>
                    <a:pt x="3420474" y="835757"/>
                  </a:cubicBezTo>
                  <a:cubicBezTo>
                    <a:pt x="3409044" y="817977"/>
                    <a:pt x="3407774" y="786227"/>
                    <a:pt x="3415394" y="767177"/>
                  </a:cubicBezTo>
                  <a:cubicBezTo>
                    <a:pt x="3423014" y="749397"/>
                    <a:pt x="3470004" y="727807"/>
                    <a:pt x="3468734" y="725267"/>
                  </a:cubicBezTo>
                  <a:cubicBezTo>
                    <a:pt x="3468734" y="723997"/>
                    <a:pt x="3434444" y="740507"/>
                    <a:pt x="3435714" y="741777"/>
                  </a:cubicBezTo>
                  <a:cubicBezTo>
                    <a:pt x="3435714" y="743047"/>
                    <a:pt x="3482704" y="722727"/>
                    <a:pt x="3501754" y="726537"/>
                  </a:cubicBezTo>
                  <a:cubicBezTo>
                    <a:pt x="3518264" y="730347"/>
                    <a:pt x="3534774" y="743047"/>
                    <a:pt x="3542394" y="757017"/>
                  </a:cubicBezTo>
                  <a:cubicBezTo>
                    <a:pt x="3552554" y="774797"/>
                    <a:pt x="3553824" y="807817"/>
                    <a:pt x="3548744" y="824327"/>
                  </a:cubicBezTo>
                  <a:cubicBezTo>
                    <a:pt x="3546204" y="837027"/>
                    <a:pt x="3537314" y="849727"/>
                    <a:pt x="3528424" y="853537"/>
                  </a:cubicBezTo>
                  <a:cubicBezTo>
                    <a:pt x="3520804" y="856077"/>
                    <a:pt x="3513184" y="845917"/>
                    <a:pt x="3503024" y="849727"/>
                  </a:cubicBezTo>
                  <a:cubicBezTo>
                    <a:pt x="3481434" y="856077"/>
                    <a:pt x="3453494" y="909417"/>
                    <a:pt x="3420474" y="923387"/>
                  </a:cubicBezTo>
                  <a:cubicBezTo>
                    <a:pt x="3383644" y="938627"/>
                    <a:pt x="3322684" y="922117"/>
                    <a:pt x="3287124" y="928467"/>
                  </a:cubicBezTo>
                  <a:cubicBezTo>
                    <a:pt x="3261724" y="933547"/>
                    <a:pt x="3243944" y="952597"/>
                    <a:pt x="3226164" y="950057"/>
                  </a:cubicBezTo>
                  <a:cubicBezTo>
                    <a:pt x="3209654" y="948787"/>
                    <a:pt x="3191874" y="939897"/>
                    <a:pt x="3182984" y="925927"/>
                  </a:cubicBezTo>
                  <a:cubicBezTo>
                    <a:pt x="3171554" y="911957"/>
                    <a:pt x="3165204" y="884017"/>
                    <a:pt x="3169014" y="862427"/>
                  </a:cubicBezTo>
                  <a:cubicBezTo>
                    <a:pt x="3172824" y="840837"/>
                    <a:pt x="3202034" y="821787"/>
                    <a:pt x="3212194" y="797657"/>
                  </a:cubicBezTo>
                  <a:cubicBezTo>
                    <a:pt x="3224894" y="772257"/>
                    <a:pt x="3219814" y="749397"/>
                    <a:pt x="3236324" y="713837"/>
                  </a:cubicBezTo>
                  <a:cubicBezTo>
                    <a:pt x="3270614" y="633827"/>
                    <a:pt x="3421744" y="433167"/>
                    <a:pt x="3461114" y="355697"/>
                  </a:cubicBezTo>
                  <a:cubicBezTo>
                    <a:pt x="3478894" y="321407"/>
                    <a:pt x="3476354" y="290927"/>
                    <a:pt x="3491594" y="275687"/>
                  </a:cubicBezTo>
                  <a:cubicBezTo>
                    <a:pt x="3503024" y="265527"/>
                    <a:pt x="3520804" y="261717"/>
                    <a:pt x="3534774" y="264257"/>
                  </a:cubicBezTo>
                  <a:cubicBezTo>
                    <a:pt x="3551284" y="266797"/>
                    <a:pt x="3575414" y="282037"/>
                    <a:pt x="3584304" y="296007"/>
                  </a:cubicBezTo>
                  <a:cubicBezTo>
                    <a:pt x="3591924" y="308707"/>
                    <a:pt x="3593194" y="326487"/>
                    <a:pt x="3590654" y="340457"/>
                  </a:cubicBezTo>
                  <a:cubicBezTo>
                    <a:pt x="3588114" y="354427"/>
                    <a:pt x="3576684" y="370937"/>
                    <a:pt x="3566524" y="378557"/>
                  </a:cubicBezTo>
                  <a:cubicBezTo>
                    <a:pt x="3555094" y="384907"/>
                    <a:pt x="3543664" y="376017"/>
                    <a:pt x="3527154" y="382367"/>
                  </a:cubicBezTo>
                  <a:cubicBezTo>
                    <a:pt x="3482704" y="398877"/>
                    <a:pt x="3392534" y="466187"/>
                    <a:pt x="3308714" y="527147"/>
                  </a:cubicBezTo>
                  <a:cubicBezTo>
                    <a:pt x="3186794" y="617317"/>
                    <a:pt x="3003914" y="800197"/>
                    <a:pt x="2871834" y="882747"/>
                  </a:cubicBezTo>
                  <a:cubicBezTo>
                    <a:pt x="2776584" y="942437"/>
                    <a:pt x="2650854" y="972917"/>
                    <a:pt x="2606404" y="1004667"/>
                  </a:cubicBezTo>
                  <a:cubicBezTo>
                    <a:pt x="2588624" y="1017367"/>
                    <a:pt x="2586084" y="1032607"/>
                    <a:pt x="2573384" y="1038957"/>
                  </a:cubicBezTo>
                  <a:cubicBezTo>
                    <a:pt x="2559414" y="1045307"/>
                    <a:pt x="2540364" y="1047847"/>
                    <a:pt x="2526394" y="1042767"/>
                  </a:cubicBezTo>
                  <a:cubicBezTo>
                    <a:pt x="2509884" y="1037687"/>
                    <a:pt x="2487024" y="1019907"/>
                    <a:pt x="2480674" y="999587"/>
                  </a:cubicBezTo>
                  <a:cubicBezTo>
                    <a:pt x="2473054" y="975457"/>
                    <a:pt x="2487024" y="933547"/>
                    <a:pt x="2497184" y="903067"/>
                  </a:cubicBezTo>
                  <a:cubicBezTo>
                    <a:pt x="2506074" y="872587"/>
                    <a:pt x="2522584" y="839567"/>
                    <a:pt x="2541634" y="815437"/>
                  </a:cubicBezTo>
                  <a:cubicBezTo>
                    <a:pt x="2558144" y="793847"/>
                    <a:pt x="2579734" y="790037"/>
                    <a:pt x="2602594" y="764637"/>
                  </a:cubicBezTo>
                  <a:cubicBezTo>
                    <a:pt x="2644504" y="718917"/>
                    <a:pt x="2716894" y="612237"/>
                    <a:pt x="2756264" y="544927"/>
                  </a:cubicBezTo>
                  <a:cubicBezTo>
                    <a:pt x="2788014" y="492857"/>
                    <a:pt x="2812144" y="449677"/>
                    <a:pt x="2829924" y="398877"/>
                  </a:cubicBezTo>
                  <a:cubicBezTo>
                    <a:pt x="2847704" y="349347"/>
                    <a:pt x="2856594" y="293467"/>
                    <a:pt x="2862944" y="243937"/>
                  </a:cubicBezTo>
                  <a:cubicBezTo>
                    <a:pt x="2868024" y="199487"/>
                    <a:pt x="2850244" y="133447"/>
                    <a:pt x="2865484" y="115667"/>
                  </a:cubicBezTo>
                  <a:cubicBezTo>
                    <a:pt x="2875644" y="105507"/>
                    <a:pt x="2895964" y="106777"/>
                    <a:pt x="2909934" y="110587"/>
                  </a:cubicBezTo>
                  <a:cubicBezTo>
                    <a:pt x="2922634" y="113127"/>
                    <a:pt x="2937874" y="123287"/>
                    <a:pt x="2946764" y="134717"/>
                  </a:cubicBezTo>
                  <a:cubicBezTo>
                    <a:pt x="2954384" y="146147"/>
                    <a:pt x="2958194" y="163927"/>
                    <a:pt x="2956924" y="177897"/>
                  </a:cubicBezTo>
                  <a:cubicBezTo>
                    <a:pt x="2955654" y="191867"/>
                    <a:pt x="2949304" y="203297"/>
                    <a:pt x="2936604" y="217267"/>
                  </a:cubicBezTo>
                  <a:cubicBezTo>
                    <a:pt x="2911204" y="242667"/>
                    <a:pt x="2852784" y="261717"/>
                    <a:pt x="2793094" y="298547"/>
                  </a:cubicBezTo>
                  <a:cubicBezTo>
                    <a:pt x="2688954" y="364587"/>
                    <a:pt x="2497184" y="499207"/>
                    <a:pt x="2373994" y="585567"/>
                  </a:cubicBezTo>
                  <a:cubicBezTo>
                    <a:pt x="2277474" y="654147"/>
                    <a:pt x="2196194" y="707487"/>
                    <a:pt x="2114914" y="773527"/>
                  </a:cubicBezTo>
                  <a:cubicBezTo>
                    <a:pt x="2037444" y="835757"/>
                    <a:pt x="1957434" y="905607"/>
                    <a:pt x="1895204" y="970377"/>
                  </a:cubicBezTo>
                  <a:cubicBezTo>
                    <a:pt x="1843134" y="1023717"/>
                    <a:pt x="1785984" y="1066897"/>
                    <a:pt x="1763124" y="1125317"/>
                  </a:cubicBezTo>
                  <a:cubicBezTo>
                    <a:pt x="1741534" y="1181197"/>
                    <a:pt x="1774554" y="1285337"/>
                    <a:pt x="1754234" y="1309467"/>
                  </a:cubicBezTo>
                  <a:cubicBezTo>
                    <a:pt x="1745344" y="1320897"/>
                    <a:pt x="1727564" y="1322167"/>
                    <a:pt x="1714864" y="1320897"/>
                  </a:cubicBezTo>
                  <a:cubicBezTo>
                    <a:pt x="1702164" y="1319627"/>
                    <a:pt x="1685654" y="1310737"/>
                    <a:pt x="1678034" y="1301847"/>
                  </a:cubicBezTo>
                  <a:cubicBezTo>
                    <a:pt x="1669144" y="1291687"/>
                    <a:pt x="1662794" y="1276447"/>
                    <a:pt x="1661524" y="1263747"/>
                  </a:cubicBezTo>
                  <a:cubicBezTo>
                    <a:pt x="1661524" y="1251047"/>
                    <a:pt x="1664064" y="1240887"/>
                    <a:pt x="1675494" y="1224377"/>
                  </a:cubicBezTo>
                  <a:cubicBezTo>
                    <a:pt x="1718674" y="1169767"/>
                    <a:pt x="1953624" y="1055467"/>
                    <a:pt x="2078084" y="951327"/>
                  </a:cubicBezTo>
                  <a:cubicBezTo>
                    <a:pt x="2203814" y="847187"/>
                    <a:pt x="2354944" y="641447"/>
                    <a:pt x="2426064" y="599537"/>
                  </a:cubicBezTo>
                  <a:cubicBezTo>
                    <a:pt x="2450194" y="585567"/>
                    <a:pt x="2465434" y="579217"/>
                    <a:pt x="2481944" y="583027"/>
                  </a:cubicBezTo>
                  <a:cubicBezTo>
                    <a:pt x="2498454" y="586837"/>
                    <a:pt x="2521314" y="604617"/>
                    <a:pt x="2527664" y="621127"/>
                  </a:cubicBezTo>
                  <a:cubicBezTo>
                    <a:pt x="2534014" y="636367"/>
                    <a:pt x="2534014" y="666847"/>
                    <a:pt x="2522584" y="679547"/>
                  </a:cubicBezTo>
                  <a:cubicBezTo>
                    <a:pt x="2508614" y="693517"/>
                    <a:pt x="2464164" y="669387"/>
                    <a:pt x="2438764" y="687167"/>
                  </a:cubicBezTo>
                  <a:cubicBezTo>
                    <a:pt x="2396854" y="716377"/>
                    <a:pt x="2377804" y="824327"/>
                    <a:pt x="2339704" y="895447"/>
                  </a:cubicBezTo>
                  <a:cubicBezTo>
                    <a:pt x="2297794" y="974187"/>
                    <a:pt x="2244454" y="1068167"/>
                    <a:pt x="2196194" y="1138017"/>
                  </a:cubicBezTo>
                  <a:cubicBezTo>
                    <a:pt x="2154284" y="1197707"/>
                    <a:pt x="2103484" y="1278987"/>
                    <a:pt x="2067924" y="1294227"/>
                  </a:cubicBezTo>
                  <a:cubicBezTo>
                    <a:pt x="2050144" y="1301847"/>
                    <a:pt x="2033634" y="1295497"/>
                    <a:pt x="2020934" y="1289147"/>
                  </a:cubicBezTo>
                  <a:cubicBezTo>
                    <a:pt x="2006964" y="1282797"/>
                    <a:pt x="1994264" y="1266287"/>
                    <a:pt x="1987914" y="1253587"/>
                  </a:cubicBezTo>
                  <a:cubicBezTo>
                    <a:pt x="1982834" y="1243427"/>
                    <a:pt x="1981564" y="1233267"/>
                    <a:pt x="1984104" y="1221837"/>
                  </a:cubicBezTo>
                  <a:cubicBezTo>
                    <a:pt x="1986644" y="1207867"/>
                    <a:pt x="1990454" y="1195167"/>
                    <a:pt x="2005694" y="1178657"/>
                  </a:cubicBezTo>
                  <a:cubicBezTo>
                    <a:pt x="2041254" y="1139287"/>
                    <a:pt x="2173334" y="1074517"/>
                    <a:pt x="2239374" y="1023717"/>
                  </a:cubicBezTo>
                  <a:cubicBezTo>
                    <a:pt x="2293984" y="981807"/>
                    <a:pt x="2329544" y="950057"/>
                    <a:pt x="2380344" y="899257"/>
                  </a:cubicBezTo>
                  <a:cubicBezTo>
                    <a:pt x="2448924" y="833217"/>
                    <a:pt x="2553064" y="720187"/>
                    <a:pt x="2608944" y="650337"/>
                  </a:cubicBezTo>
                  <a:cubicBezTo>
                    <a:pt x="2645774" y="605887"/>
                    <a:pt x="2662284" y="551277"/>
                    <a:pt x="2691494" y="533497"/>
                  </a:cubicBezTo>
                  <a:cubicBezTo>
                    <a:pt x="2709274" y="522067"/>
                    <a:pt x="2732134" y="518257"/>
                    <a:pt x="2748644" y="523337"/>
                  </a:cubicBezTo>
                  <a:cubicBezTo>
                    <a:pt x="2763884" y="528417"/>
                    <a:pt x="2782934" y="551277"/>
                    <a:pt x="2788014" y="563977"/>
                  </a:cubicBezTo>
                  <a:cubicBezTo>
                    <a:pt x="2793094" y="574137"/>
                    <a:pt x="2791824" y="584297"/>
                    <a:pt x="2789284" y="594457"/>
                  </a:cubicBezTo>
                  <a:cubicBezTo>
                    <a:pt x="2786744" y="605887"/>
                    <a:pt x="2777854" y="624937"/>
                    <a:pt x="2766424" y="631287"/>
                  </a:cubicBezTo>
                  <a:cubicBezTo>
                    <a:pt x="2756264" y="637637"/>
                    <a:pt x="2743564" y="630017"/>
                    <a:pt x="2728324" y="636367"/>
                  </a:cubicBezTo>
                  <a:cubicBezTo>
                    <a:pt x="2705464" y="645257"/>
                    <a:pt x="2678794" y="677007"/>
                    <a:pt x="2643234" y="698597"/>
                  </a:cubicBezTo>
                  <a:cubicBezTo>
                    <a:pt x="2593704" y="729077"/>
                    <a:pt x="2537824" y="758287"/>
                    <a:pt x="2451464" y="795117"/>
                  </a:cubicBezTo>
                  <a:cubicBezTo>
                    <a:pt x="2288904" y="863697"/>
                    <a:pt x="1943464" y="966567"/>
                    <a:pt x="1719944" y="1047847"/>
                  </a:cubicBezTo>
                  <a:cubicBezTo>
                    <a:pt x="1530714" y="1117697"/>
                    <a:pt x="1280524" y="1258667"/>
                    <a:pt x="1197974" y="1252317"/>
                  </a:cubicBezTo>
                  <a:cubicBezTo>
                    <a:pt x="1172574" y="1251047"/>
                    <a:pt x="1157334" y="1235807"/>
                    <a:pt x="1148444" y="1223107"/>
                  </a:cubicBezTo>
                  <a:cubicBezTo>
                    <a:pt x="1140824" y="1215487"/>
                    <a:pt x="1139554" y="1205327"/>
                    <a:pt x="1138284" y="1195167"/>
                  </a:cubicBezTo>
                  <a:cubicBezTo>
                    <a:pt x="1138284" y="1182467"/>
                    <a:pt x="1139554" y="1169767"/>
                    <a:pt x="1150984" y="1153257"/>
                  </a:cubicBezTo>
                  <a:cubicBezTo>
                    <a:pt x="1184004" y="1104997"/>
                    <a:pt x="1333864" y="1026257"/>
                    <a:pt x="1424034" y="943707"/>
                  </a:cubicBezTo>
                  <a:cubicBezTo>
                    <a:pt x="1526904" y="850997"/>
                    <a:pt x="1658984" y="707487"/>
                    <a:pt x="1728834" y="618587"/>
                  </a:cubicBezTo>
                  <a:cubicBezTo>
                    <a:pt x="1770744" y="563977"/>
                    <a:pt x="1796144" y="494127"/>
                    <a:pt x="1821544" y="476347"/>
                  </a:cubicBezTo>
                  <a:cubicBezTo>
                    <a:pt x="1832974" y="469997"/>
                    <a:pt x="1841864" y="469997"/>
                    <a:pt x="1852024" y="471267"/>
                  </a:cubicBezTo>
                  <a:cubicBezTo>
                    <a:pt x="1864724" y="472537"/>
                    <a:pt x="1883774" y="481427"/>
                    <a:pt x="1893934" y="490317"/>
                  </a:cubicBezTo>
                  <a:cubicBezTo>
                    <a:pt x="1901554" y="497937"/>
                    <a:pt x="1906634" y="506827"/>
                    <a:pt x="1909174" y="516987"/>
                  </a:cubicBezTo>
                  <a:cubicBezTo>
                    <a:pt x="1912984" y="529687"/>
                    <a:pt x="1910444" y="550007"/>
                    <a:pt x="1906634" y="562707"/>
                  </a:cubicBezTo>
                  <a:cubicBezTo>
                    <a:pt x="1902824" y="572867"/>
                    <a:pt x="1895204" y="577947"/>
                    <a:pt x="1887584" y="586837"/>
                  </a:cubicBezTo>
                  <a:cubicBezTo>
                    <a:pt x="1873614" y="600807"/>
                    <a:pt x="1852024" y="619857"/>
                    <a:pt x="1829164" y="632557"/>
                  </a:cubicBezTo>
                  <a:cubicBezTo>
                    <a:pt x="1803764" y="647797"/>
                    <a:pt x="1769474" y="652877"/>
                    <a:pt x="1736454" y="670657"/>
                  </a:cubicBezTo>
                  <a:cubicBezTo>
                    <a:pt x="1693274" y="696057"/>
                    <a:pt x="1655174" y="730347"/>
                    <a:pt x="1595484" y="777337"/>
                  </a:cubicBezTo>
                  <a:cubicBezTo>
                    <a:pt x="1481184" y="867507"/>
                    <a:pt x="1223374" y="1121507"/>
                    <a:pt x="1111614" y="1177387"/>
                  </a:cubicBezTo>
                  <a:cubicBezTo>
                    <a:pt x="1060814" y="1202787"/>
                    <a:pt x="1023984" y="1214217"/>
                    <a:pt x="990964" y="1206597"/>
                  </a:cubicBezTo>
                  <a:cubicBezTo>
                    <a:pt x="964294" y="1200247"/>
                    <a:pt x="933814" y="1181197"/>
                    <a:pt x="923654" y="1148177"/>
                  </a:cubicBezTo>
                  <a:cubicBezTo>
                    <a:pt x="903334" y="1071977"/>
                    <a:pt x="1123044" y="734157"/>
                    <a:pt x="1078594" y="697327"/>
                  </a:cubicBezTo>
                  <a:cubicBezTo>
                    <a:pt x="1035414" y="661767"/>
                    <a:pt x="799194" y="843377"/>
                    <a:pt x="660764" y="931007"/>
                  </a:cubicBezTo>
                  <a:cubicBezTo>
                    <a:pt x="513444" y="1024987"/>
                    <a:pt x="326754" y="1165957"/>
                    <a:pt x="223884" y="1248507"/>
                  </a:cubicBezTo>
                  <a:cubicBezTo>
                    <a:pt x="164194" y="1296767"/>
                    <a:pt x="122284" y="1353917"/>
                    <a:pt x="87994" y="1369157"/>
                  </a:cubicBezTo>
                  <a:cubicBezTo>
                    <a:pt x="70214" y="1376777"/>
                    <a:pt x="56244" y="1375507"/>
                    <a:pt x="44814" y="1372967"/>
                  </a:cubicBezTo>
                  <a:cubicBezTo>
                    <a:pt x="34654" y="1370427"/>
                    <a:pt x="25764" y="1365347"/>
                    <a:pt x="19414" y="1358997"/>
                  </a:cubicBezTo>
                  <a:cubicBezTo>
                    <a:pt x="13064" y="1352647"/>
                    <a:pt x="6714" y="1343757"/>
                    <a:pt x="4174" y="1333597"/>
                  </a:cubicBezTo>
                  <a:cubicBezTo>
                    <a:pt x="364" y="1322167"/>
                    <a:pt x="-3446" y="1309467"/>
                    <a:pt x="5444" y="1291687"/>
                  </a:cubicBezTo>
                  <a:cubicBezTo>
                    <a:pt x="43544" y="1215487"/>
                    <a:pt x="378824" y="974187"/>
                    <a:pt x="551544" y="852267"/>
                  </a:cubicBezTo>
                  <a:cubicBezTo>
                    <a:pt x="696324" y="750667"/>
                    <a:pt x="839834" y="670657"/>
                    <a:pt x="966834" y="599537"/>
                  </a:cubicBezTo>
                  <a:cubicBezTo>
                    <a:pt x="1070974" y="539847"/>
                    <a:pt x="1177654" y="476347"/>
                    <a:pt x="1257664" y="447137"/>
                  </a:cubicBezTo>
                  <a:cubicBezTo>
                    <a:pt x="1309734" y="428087"/>
                    <a:pt x="1360534" y="428087"/>
                    <a:pt x="1392284" y="415387"/>
                  </a:cubicBezTo>
                  <a:cubicBezTo>
                    <a:pt x="1408794" y="407767"/>
                    <a:pt x="1417684" y="395067"/>
                    <a:pt x="1430384" y="392527"/>
                  </a:cubicBezTo>
                  <a:cubicBezTo>
                    <a:pt x="1440544" y="388717"/>
                    <a:pt x="1450704" y="389987"/>
                    <a:pt x="1460864" y="393797"/>
                  </a:cubicBezTo>
                  <a:cubicBezTo>
                    <a:pt x="1472294" y="397607"/>
                    <a:pt x="1488804" y="410307"/>
                    <a:pt x="1496424" y="421737"/>
                  </a:cubicBezTo>
                  <a:cubicBezTo>
                    <a:pt x="1502774" y="430627"/>
                    <a:pt x="1505314" y="438247"/>
                    <a:pt x="1505314" y="450947"/>
                  </a:cubicBezTo>
                  <a:cubicBezTo>
                    <a:pt x="1506584" y="467457"/>
                    <a:pt x="1504044" y="486507"/>
                    <a:pt x="1491344" y="515717"/>
                  </a:cubicBezTo>
                  <a:cubicBezTo>
                    <a:pt x="1458324" y="594457"/>
                    <a:pt x="1269094" y="871317"/>
                    <a:pt x="1213214" y="913227"/>
                  </a:cubicBezTo>
                  <a:cubicBezTo>
                    <a:pt x="1196704" y="925927"/>
                    <a:pt x="1185274" y="927197"/>
                    <a:pt x="1173844" y="927197"/>
                  </a:cubicBezTo>
                  <a:cubicBezTo>
                    <a:pt x="1163684" y="927197"/>
                    <a:pt x="1154794" y="924657"/>
                    <a:pt x="1145904" y="919577"/>
                  </a:cubicBezTo>
                  <a:cubicBezTo>
                    <a:pt x="1135744" y="913227"/>
                    <a:pt x="1123044" y="899257"/>
                    <a:pt x="1117964" y="886557"/>
                  </a:cubicBezTo>
                  <a:cubicBezTo>
                    <a:pt x="1114154" y="873857"/>
                    <a:pt x="1112884" y="863697"/>
                    <a:pt x="1119234" y="844647"/>
                  </a:cubicBezTo>
                  <a:cubicBezTo>
                    <a:pt x="1139554" y="786227"/>
                    <a:pt x="1284334" y="616047"/>
                    <a:pt x="1350374" y="534767"/>
                  </a:cubicBezTo>
                  <a:cubicBezTo>
                    <a:pt x="1396094" y="477617"/>
                    <a:pt x="1441814" y="444597"/>
                    <a:pt x="1472294" y="395067"/>
                  </a:cubicBezTo>
                  <a:cubicBezTo>
                    <a:pt x="1500234" y="348077"/>
                    <a:pt x="1520554" y="287117"/>
                    <a:pt x="1531984" y="245207"/>
                  </a:cubicBezTo>
                  <a:cubicBezTo>
                    <a:pt x="1539604" y="215997"/>
                    <a:pt x="1542144" y="198217"/>
                    <a:pt x="1543414" y="169007"/>
                  </a:cubicBezTo>
                  <a:cubicBezTo>
                    <a:pt x="1545954" y="125827"/>
                    <a:pt x="1516744" y="33117"/>
                    <a:pt x="1533254" y="10257"/>
                  </a:cubicBezTo>
                  <a:cubicBezTo>
                    <a:pt x="1542144" y="-1173"/>
                    <a:pt x="1562464" y="-1173"/>
                    <a:pt x="1575164" y="1367"/>
                  </a:cubicBezTo>
                  <a:cubicBezTo>
                    <a:pt x="1589134" y="2637"/>
                    <a:pt x="1604374" y="12797"/>
                    <a:pt x="1613264" y="21687"/>
                  </a:cubicBezTo>
                  <a:cubicBezTo>
                    <a:pt x="1620884" y="29307"/>
                    <a:pt x="1625964" y="36927"/>
                    <a:pt x="1625964" y="47087"/>
                  </a:cubicBezTo>
                  <a:cubicBezTo>
                    <a:pt x="1628504" y="62327"/>
                    <a:pt x="1625964" y="82647"/>
                    <a:pt x="1611994" y="101697"/>
                  </a:cubicBezTo>
                  <a:cubicBezTo>
                    <a:pt x="1581514" y="142337"/>
                    <a:pt x="1465944" y="184247"/>
                    <a:pt x="1391014" y="236317"/>
                  </a:cubicBezTo>
                  <a:cubicBezTo>
                    <a:pt x="1305924" y="296007"/>
                    <a:pt x="1218294" y="369667"/>
                    <a:pt x="1126854" y="447137"/>
                  </a:cubicBezTo>
                  <a:cubicBezTo>
                    <a:pt x="1022714" y="537307"/>
                    <a:pt x="902064" y="645257"/>
                    <a:pt x="797924" y="749397"/>
                  </a:cubicBezTo>
                  <a:cubicBezTo>
                    <a:pt x="697594" y="849727"/>
                    <a:pt x="579484" y="972917"/>
                    <a:pt x="513444" y="1063087"/>
                  </a:cubicBezTo>
                  <a:cubicBezTo>
                    <a:pt x="470264" y="1121507"/>
                    <a:pt x="444864" y="1171037"/>
                    <a:pt x="422004" y="1220567"/>
                  </a:cubicBezTo>
                  <a:cubicBezTo>
                    <a:pt x="401684" y="1263747"/>
                    <a:pt x="399144" y="1320897"/>
                    <a:pt x="377554" y="1343757"/>
                  </a:cubicBezTo>
                  <a:cubicBezTo>
                    <a:pt x="362314" y="1358997"/>
                    <a:pt x="341994" y="1367887"/>
                    <a:pt x="324214" y="1366617"/>
                  </a:cubicBezTo>
                  <a:cubicBezTo>
                    <a:pt x="307704" y="1365347"/>
                    <a:pt x="283574" y="1348837"/>
                    <a:pt x="274684" y="1336137"/>
                  </a:cubicBezTo>
                  <a:cubicBezTo>
                    <a:pt x="268334" y="1328517"/>
                    <a:pt x="265794" y="1318357"/>
                    <a:pt x="265794" y="1308197"/>
                  </a:cubicBezTo>
                  <a:cubicBezTo>
                    <a:pt x="265794" y="1295497"/>
                    <a:pt x="268334" y="1281527"/>
                    <a:pt x="279764" y="1266287"/>
                  </a:cubicBezTo>
                  <a:cubicBezTo>
                    <a:pt x="303894" y="1230727"/>
                    <a:pt x="382634" y="1198977"/>
                    <a:pt x="451214" y="1129127"/>
                  </a:cubicBezTo>
                  <a:cubicBezTo>
                    <a:pt x="590914" y="985617"/>
                    <a:pt x="933814" y="464917"/>
                    <a:pt x="1017634" y="395067"/>
                  </a:cubicBezTo>
                  <a:cubicBezTo>
                    <a:pt x="1035414" y="379827"/>
                    <a:pt x="1043034" y="376017"/>
                    <a:pt x="1057004" y="374747"/>
                  </a:cubicBezTo>
                  <a:cubicBezTo>
                    <a:pt x="1070974" y="373477"/>
                    <a:pt x="1088754" y="378557"/>
                    <a:pt x="1100184" y="386177"/>
                  </a:cubicBezTo>
                  <a:cubicBezTo>
                    <a:pt x="1109074" y="391257"/>
                    <a:pt x="1115424" y="398877"/>
                    <a:pt x="1119234" y="407767"/>
                  </a:cubicBezTo>
                  <a:cubicBezTo>
                    <a:pt x="1125584" y="419197"/>
                    <a:pt x="1126854" y="439517"/>
                    <a:pt x="1125584" y="452217"/>
                  </a:cubicBezTo>
                  <a:cubicBezTo>
                    <a:pt x="1123044" y="462377"/>
                    <a:pt x="1119234" y="469997"/>
                    <a:pt x="1110344" y="478887"/>
                  </a:cubicBezTo>
                  <a:cubicBezTo>
                    <a:pt x="1097644" y="495397"/>
                    <a:pt x="1064624" y="508097"/>
                    <a:pt x="1039224" y="532227"/>
                  </a:cubicBezTo>
                  <a:cubicBezTo>
                    <a:pt x="1003664" y="565247"/>
                    <a:pt x="968104" y="617317"/>
                    <a:pt x="922384" y="665577"/>
                  </a:cubicBezTo>
                  <a:cubicBezTo>
                    <a:pt x="862694" y="725267"/>
                    <a:pt x="785224" y="777337"/>
                    <a:pt x="711564" y="861157"/>
                  </a:cubicBezTo>
                  <a:cubicBezTo>
                    <a:pt x="607424" y="979267"/>
                    <a:pt x="452484" y="1301847"/>
                    <a:pt x="377554" y="1329787"/>
                  </a:cubicBezTo>
                  <a:cubicBezTo>
                    <a:pt x="352154" y="1339947"/>
                    <a:pt x="329294" y="1327247"/>
                    <a:pt x="314054" y="1315817"/>
                  </a:cubicBezTo>
                  <a:cubicBezTo>
                    <a:pt x="301354" y="1305657"/>
                    <a:pt x="293734" y="1286607"/>
                    <a:pt x="289924" y="1272637"/>
                  </a:cubicBezTo>
                  <a:cubicBezTo>
                    <a:pt x="288654" y="1261207"/>
                    <a:pt x="288654" y="1249777"/>
                    <a:pt x="293734" y="1239617"/>
                  </a:cubicBezTo>
                  <a:cubicBezTo>
                    <a:pt x="301354" y="1224377"/>
                    <a:pt x="319134" y="1206597"/>
                    <a:pt x="341994" y="1195167"/>
                  </a:cubicBezTo>
                  <a:cubicBezTo>
                    <a:pt x="376284" y="1177387"/>
                    <a:pt x="433434" y="1178657"/>
                    <a:pt x="491854" y="1162147"/>
                  </a:cubicBezTo>
                  <a:cubicBezTo>
                    <a:pt x="575674" y="1138017"/>
                    <a:pt x="703944" y="1065627"/>
                    <a:pt x="794114" y="1052927"/>
                  </a:cubicBezTo>
                  <a:cubicBezTo>
                    <a:pt x="862694" y="1042767"/>
                    <a:pt x="975724" y="1045307"/>
                    <a:pt x="983344" y="1064357"/>
                  </a:cubicBezTo>
                  <a:cubicBezTo>
                    <a:pt x="988424" y="1078327"/>
                    <a:pt x="916034" y="1132937"/>
                    <a:pt x="913494" y="1130397"/>
                  </a:cubicBezTo>
                  <a:cubicBezTo>
                    <a:pt x="910954" y="1129127"/>
                    <a:pt x="930004" y="1096107"/>
                    <a:pt x="942704" y="1085947"/>
                  </a:cubicBezTo>
                  <a:cubicBezTo>
                    <a:pt x="951594" y="1078327"/>
                    <a:pt x="964294" y="1074517"/>
                    <a:pt x="975724" y="1071977"/>
                  </a:cubicBezTo>
                  <a:cubicBezTo>
                    <a:pt x="987154" y="1070707"/>
                    <a:pt x="999854" y="1070707"/>
                    <a:pt x="1011284" y="1075787"/>
                  </a:cubicBezTo>
                  <a:cubicBezTo>
                    <a:pt x="1025254" y="1082137"/>
                    <a:pt x="1043034" y="1096107"/>
                    <a:pt x="1051924" y="1110077"/>
                  </a:cubicBezTo>
                  <a:cubicBezTo>
                    <a:pt x="1059544" y="1124047"/>
                    <a:pt x="1063354" y="1148177"/>
                    <a:pt x="1059544" y="1162147"/>
                  </a:cubicBezTo>
                  <a:cubicBezTo>
                    <a:pt x="1054464" y="1176117"/>
                    <a:pt x="1036684" y="1181197"/>
                    <a:pt x="1027794" y="1196437"/>
                  </a:cubicBezTo>
                  <a:cubicBezTo>
                    <a:pt x="1017634" y="1216757"/>
                    <a:pt x="1021444" y="1244697"/>
                    <a:pt x="1007474" y="1278987"/>
                  </a:cubicBezTo>
                  <a:cubicBezTo>
                    <a:pt x="980804" y="1347567"/>
                    <a:pt x="895714" y="1497427"/>
                    <a:pt x="848724" y="1567277"/>
                  </a:cubicBezTo>
                  <a:cubicBezTo>
                    <a:pt x="819514" y="1611727"/>
                    <a:pt x="795384" y="1629507"/>
                    <a:pt x="767444" y="1668877"/>
                  </a:cubicBezTo>
                  <a:cubicBezTo>
                    <a:pt x="734424" y="1715867"/>
                    <a:pt x="653144" y="1818737"/>
                    <a:pt x="667114" y="1835247"/>
                  </a:cubicBezTo>
                  <a:cubicBezTo>
                    <a:pt x="686164" y="1855567"/>
                    <a:pt x="883014" y="1738727"/>
                    <a:pt x="979534" y="1686657"/>
                  </a:cubicBezTo>
                  <a:cubicBezTo>
                    <a:pt x="1068434" y="1638397"/>
                    <a:pt x="1145904" y="1593947"/>
                    <a:pt x="1224644" y="1536797"/>
                  </a:cubicBezTo>
                  <a:cubicBezTo>
                    <a:pt x="1308464" y="1474567"/>
                    <a:pt x="1398634" y="1393287"/>
                    <a:pt x="1469754" y="1324707"/>
                  </a:cubicBezTo>
                  <a:cubicBezTo>
                    <a:pt x="1529444" y="1266287"/>
                    <a:pt x="1575164" y="1200247"/>
                    <a:pt x="1624694" y="1153257"/>
                  </a:cubicBezTo>
                  <a:cubicBezTo>
                    <a:pt x="1664064" y="1115157"/>
                    <a:pt x="1703434" y="1071977"/>
                    <a:pt x="1738994" y="1059277"/>
                  </a:cubicBezTo>
                  <a:cubicBezTo>
                    <a:pt x="1763124" y="1049117"/>
                    <a:pt x="1788524" y="1049117"/>
                    <a:pt x="1806304" y="1056737"/>
                  </a:cubicBezTo>
                  <a:cubicBezTo>
                    <a:pt x="1821544" y="1063087"/>
                    <a:pt x="1835514" y="1079597"/>
                    <a:pt x="1841864" y="1093567"/>
                  </a:cubicBezTo>
                  <a:cubicBezTo>
                    <a:pt x="1848214" y="1108807"/>
                    <a:pt x="1845674" y="1125317"/>
                    <a:pt x="1843134" y="1145637"/>
                  </a:cubicBezTo>
                  <a:cubicBezTo>
                    <a:pt x="1839324" y="1174847"/>
                    <a:pt x="1827894" y="1209137"/>
                    <a:pt x="1807574" y="1252317"/>
                  </a:cubicBezTo>
                  <a:cubicBezTo>
                    <a:pt x="1774554" y="1327247"/>
                    <a:pt x="1692004" y="1499967"/>
                    <a:pt x="1634854" y="1544417"/>
                  </a:cubicBezTo>
                  <a:cubicBezTo>
                    <a:pt x="1606914" y="1568547"/>
                    <a:pt x="1552304" y="1577437"/>
                    <a:pt x="1549764" y="1572357"/>
                  </a:cubicBezTo>
                  <a:cubicBezTo>
                    <a:pt x="1543414" y="1559657"/>
                    <a:pt x="1869804" y="1367887"/>
                    <a:pt x="1980294" y="1284067"/>
                  </a:cubicBezTo>
                  <a:cubicBezTo>
                    <a:pt x="2056494" y="1226917"/>
                    <a:pt x="2112374" y="1183737"/>
                    <a:pt x="2161904" y="1129127"/>
                  </a:cubicBezTo>
                  <a:cubicBezTo>
                    <a:pt x="2206354" y="1079597"/>
                    <a:pt x="2238104" y="1000857"/>
                    <a:pt x="2268584" y="971647"/>
                  </a:cubicBezTo>
                  <a:cubicBezTo>
                    <a:pt x="2283824" y="956407"/>
                    <a:pt x="2295254" y="947517"/>
                    <a:pt x="2309224" y="942437"/>
                  </a:cubicBezTo>
                  <a:cubicBezTo>
                    <a:pt x="2320654" y="939897"/>
                    <a:pt x="2332084" y="939897"/>
                    <a:pt x="2343514" y="942437"/>
                  </a:cubicBezTo>
                  <a:cubicBezTo>
                    <a:pt x="2357484" y="947517"/>
                    <a:pt x="2376534" y="957677"/>
                    <a:pt x="2384154" y="971647"/>
                  </a:cubicBezTo>
                  <a:cubicBezTo>
                    <a:pt x="2394314" y="986887"/>
                    <a:pt x="2398124" y="1013557"/>
                    <a:pt x="2391774" y="1036417"/>
                  </a:cubicBezTo>
                  <a:cubicBezTo>
                    <a:pt x="2384154" y="1068167"/>
                    <a:pt x="2342244" y="1093567"/>
                    <a:pt x="2314304" y="1138017"/>
                  </a:cubicBezTo>
                  <a:cubicBezTo>
                    <a:pt x="2268584" y="1210407"/>
                    <a:pt x="2147934" y="1427577"/>
                    <a:pt x="2163174" y="1440277"/>
                  </a:cubicBezTo>
                  <a:cubicBezTo>
                    <a:pt x="2173334" y="1447897"/>
                    <a:pt x="2229214" y="1380587"/>
                    <a:pt x="2285094" y="1339947"/>
                  </a:cubicBezTo>
                  <a:cubicBezTo>
                    <a:pt x="2389234" y="1265017"/>
                    <a:pt x="2587354" y="1149447"/>
                    <a:pt x="2751184" y="1036417"/>
                  </a:cubicBezTo>
                  <a:cubicBezTo>
                    <a:pt x="2940414" y="905607"/>
                    <a:pt x="3255374" y="640177"/>
                    <a:pt x="3354434" y="598267"/>
                  </a:cubicBezTo>
                  <a:cubicBezTo>
                    <a:pt x="3382374" y="586837"/>
                    <a:pt x="3397614" y="583027"/>
                    <a:pt x="3414124" y="588107"/>
                  </a:cubicBezTo>
                  <a:cubicBezTo>
                    <a:pt x="3428094" y="591917"/>
                    <a:pt x="3443334" y="603347"/>
                    <a:pt x="3449684" y="616047"/>
                  </a:cubicBezTo>
                  <a:cubicBezTo>
                    <a:pt x="3457304" y="631287"/>
                    <a:pt x="3458574" y="654147"/>
                    <a:pt x="3453494" y="675737"/>
                  </a:cubicBezTo>
                  <a:cubicBezTo>
                    <a:pt x="3444604" y="707487"/>
                    <a:pt x="3409044" y="735427"/>
                    <a:pt x="3382374" y="781147"/>
                  </a:cubicBezTo>
                  <a:cubicBezTo>
                    <a:pt x="3336654" y="859887"/>
                    <a:pt x="3268074" y="1035147"/>
                    <a:pt x="3222354" y="1115157"/>
                  </a:cubicBezTo>
                  <a:cubicBezTo>
                    <a:pt x="3195684" y="1164687"/>
                    <a:pt x="3165204" y="1182467"/>
                    <a:pt x="3151234" y="1228187"/>
                  </a:cubicBezTo>
                  <a:cubicBezTo>
                    <a:pt x="3133454" y="1285337"/>
                    <a:pt x="3171554" y="1408527"/>
                    <a:pt x="3146154" y="1437737"/>
                  </a:cubicBezTo>
                  <a:cubicBezTo>
                    <a:pt x="3132184" y="1454247"/>
                    <a:pt x="3101704" y="1454247"/>
                    <a:pt x="3082654" y="1449167"/>
                  </a:cubicBezTo>
                  <a:cubicBezTo>
                    <a:pt x="3064874" y="1442817"/>
                    <a:pt x="3044554" y="1419957"/>
                    <a:pt x="3038204" y="1403447"/>
                  </a:cubicBezTo>
                  <a:cubicBezTo>
                    <a:pt x="3031854" y="1388207"/>
                    <a:pt x="3034394" y="1370427"/>
                    <a:pt x="3040744" y="1353917"/>
                  </a:cubicBezTo>
                  <a:cubicBezTo>
                    <a:pt x="3049634" y="1332327"/>
                    <a:pt x="3067414" y="1310737"/>
                    <a:pt x="3092814" y="1285337"/>
                  </a:cubicBezTo>
                  <a:cubicBezTo>
                    <a:pt x="3137264" y="1242157"/>
                    <a:pt x="3224894" y="1176117"/>
                    <a:pt x="3304904" y="1135477"/>
                  </a:cubicBezTo>
                  <a:cubicBezTo>
                    <a:pt x="3391264" y="1091027"/>
                    <a:pt x="3529694" y="1026257"/>
                    <a:pt x="3594464" y="1032607"/>
                  </a:cubicBezTo>
                  <a:cubicBezTo>
                    <a:pt x="3630024" y="1036417"/>
                    <a:pt x="3656694" y="1052927"/>
                    <a:pt x="3673204" y="1079597"/>
                  </a:cubicBezTo>
                  <a:cubicBezTo>
                    <a:pt x="3694794" y="1113887"/>
                    <a:pt x="3685904" y="1182467"/>
                    <a:pt x="3685904" y="1240887"/>
                  </a:cubicBezTo>
                  <a:cubicBezTo>
                    <a:pt x="3684634" y="1309467"/>
                    <a:pt x="3684634" y="1426307"/>
                    <a:pt x="3661774" y="1464407"/>
                  </a:cubicBezTo>
                  <a:cubicBezTo>
                    <a:pt x="3651614" y="1483457"/>
                    <a:pt x="3633834" y="1491077"/>
                    <a:pt x="3619864" y="1496157"/>
                  </a:cubicBezTo>
                  <a:cubicBezTo>
                    <a:pt x="3607164" y="1499967"/>
                    <a:pt x="3595734" y="1499967"/>
                    <a:pt x="3583034" y="1497427"/>
                  </a:cubicBezTo>
                  <a:cubicBezTo>
                    <a:pt x="3569064" y="1492347"/>
                    <a:pt x="3548744" y="1480917"/>
                    <a:pt x="3539854" y="1468217"/>
                  </a:cubicBezTo>
                  <a:cubicBezTo>
                    <a:pt x="3529694" y="1454247"/>
                    <a:pt x="3524614" y="1437737"/>
                    <a:pt x="3525884" y="1416147"/>
                  </a:cubicBezTo>
                  <a:cubicBezTo>
                    <a:pt x="3528424" y="1378047"/>
                    <a:pt x="3566524" y="1306927"/>
                    <a:pt x="3591924" y="1258667"/>
                  </a:cubicBezTo>
                  <a:cubicBezTo>
                    <a:pt x="3613514" y="1215487"/>
                    <a:pt x="3637644" y="1172307"/>
                    <a:pt x="3663044" y="1139287"/>
                  </a:cubicBezTo>
                  <a:cubicBezTo>
                    <a:pt x="3685904" y="1111347"/>
                    <a:pt x="3735434" y="1070707"/>
                    <a:pt x="3734164" y="1069437"/>
                  </a:cubicBezTo>
                  <a:cubicBezTo>
                    <a:pt x="3731624" y="1066897"/>
                    <a:pt x="3627484" y="1155797"/>
                    <a:pt x="3567794" y="1197707"/>
                  </a:cubicBezTo>
                  <a:cubicBezTo>
                    <a:pt x="3501754" y="1244697"/>
                    <a:pt x="3434444" y="1273907"/>
                    <a:pt x="3353164" y="1334867"/>
                  </a:cubicBezTo>
                  <a:cubicBezTo>
                    <a:pt x="3226164" y="1428847"/>
                    <a:pt x="3007724" y="1640937"/>
                    <a:pt x="2898504" y="1726027"/>
                  </a:cubicBezTo>
                  <a:cubicBezTo>
                    <a:pt x="2841354" y="1771747"/>
                    <a:pt x="2796904" y="1814927"/>
                    <a:pt x="2761344" y="1825087"/>
                  </a:cubicBezTo>
                  <a:cubicBezTo>
                    <a:pt x="2743564" y="1830167"/>
                    <a:pt x="2728324" y="1827627"/>
                    <a:pt x="2714354" y="1820007"/>
                  </a:cubicBezTo>
                  <a:cubicBezTo>
                    <a:pt x="2699114" y="1811117"/>
                    <a:pt x="2680064" y="1792067"/>
                    <a:pt x="2677524" y="1770477"/>
                  </a:cubicBezTo>
                  <a:cubicBezTo>
                    <a:pt x="2673714" y="1738727"/>
                    <a:pt x="2704194" y="1689197"/>
                    <a:pt x="2724514" y="1648557"/>
                  </a:cubicBezTo>
                  <a:cubicBezTo>
                    <a:pt x="2748644" y="1601567"/>
                    <a:pt x="2780394" y="1554577"/>
                    <a:pt x="2813414" y="1507587"/>
                  </a:cubicBezTo>
                  <a:cubicBezTo>
                    <a:pt x="2850244" y="1455517"/>
                    <a:pt x="2898504" y="1393287"/>
                    <a:pt x="2939144" y="1353917"/>
                  </a:cubicBezTo>
                  <a:cubicBezTo>
                    <a:pt x="2972164" y="1322167"/>
                    <a:pt x="3031854" y="1276447"/>
                    <a:pt x="3034394" y="1280257"/>
                  </a:cubicBezTo>
                  <a:cubicBezTo>
                    <a:pt x="3038204" y="1285337"/>
                    <a:pt x="2893424" y="1439007"/>
                    <a:pt x="2818494" y="1513937"/>
                  </a:cubicBezTo>
                  <a:cubicBezTo>
                    <a:pt x="2743564" y="1586327"/>
                    <a:pt x="2645774" y="1684117"/>
                    <a:pt x="2588624" y="1722217"/>
                  </a:cubicBezTo>
                  <a:cubicBezTo>
                    <a:pt x="2559414" y="1741267"/>
                    <a:pt x="2545444" y="1745077"/>
                    <a:pt x="2516234" y="1755237"/>
                  </a:cubicBezTo>
                  <a:cubicBezTo>
                    <a:pt x="2478134" y="1767937"/>
                    <a:pt x="2412094" y="1797147"/>
                    <a:pt x="2376534" y="1784447"/>
                  </a:cubicBezTo>
                  <a:cubicBezTo>
                    <a:pt x="2346054" y="1774287"/>
                    <a:pt x="2314304" y="1732377"/>
                    <a:pt x="2307954" y="1704437"/>
                  </a:cubicBezTo>
                  <a:cubicBezTo>
                    <a:pt x="2302874" y="1677767"/>
                    <a:pt x="2320654" y="1651097"/>
                    <a:pt x="2334624" y="1619347"/>
                  </a:cubicBezTo>
                  <a:cubicBezTo>
                    <a:pt x="2357484" y="1571087"/>
                    <a:pt x="2404474" y="1516477"/>
                    <a:pt x="2441304" y="1449167"/>
                  </a:cubicBezTo>
                  <a:cubicBezTo>
                    <a:pt x="2493374" y="1353917"/>
                    <a:pt x="2565764" y="1134207"/>
                    <a:pt x="2605134" y="1099917"/>
                  </a:cubicBezTo>
                  <a:cubicBezTo>
                    <a:pt x="2616564" y="1089757"/>
                    <a:pt x="2625454" y="1091027"/>
                    <a:pt x="2635614" y="1091027"/>
                  </a:cubicBezTo>
                  <a:cubicBezTo>
                    <a:pt x="2645774" y="1089757"/>
                    <a:pt x="2657204" y="1091027"/>
                    <a:pt x="2666094" y="1096107"/>
                  </a:cubicBezTo>
                  <a:cubicBezTo>
                    <a:pt x="2677524" y="1102457"/>
                    <a:pt x="2692764" y="1116427"/>
                    <a:pt x="2699114" y="1129127"/>
                  </a:cubicBezTo>
                  <a:cubicBezTo>
                    <a:pt x="2704194" y="1143097"/>
                    <a:pt x="2704194" y="1163417"/>
                    <a:pt x="2701654" y="1176117"/>
                  </a:cubicBezTo>
                  <a:cubicBezTo>
                    <a:pt x="2699114" y="1186277"/>
                    <a:pt x="2695304" y="1192627"/>
                    <a:pt x="2685144" y="1202787"/>
                  </a:cubicBezTo>
                  <a:cubicBezTo>
                    <a:pt x="2659744" y="1228187"/>
                    <a:pt x="2588624" y="1267557"/>
                    <a:pt x="2522584" y="1305657"/>
                  </a:cubicBezTo>
                  <a:cubicBezTo>
                    <a:pt x="2431144" y="1358997"/>
                    <a:pt x="2297794" y="1412337"/>
                    <a:pt x="2178414" y="1487267"/>
                  </a:cubicBezTo>
                  <a:cubicBezTo>
                    <a:pt x="2036174" y="1576167"/>
                    <a:pt x="1819004" y="1798417"/>
                    <a:pt x="1731374" y="1818737"/>
                  </a:cubicBezTo>
                  <a:cubicBezTo>
                    <a:pt x="1700894" y="1825087"/>
                    <a:pt x="1678034" y="1814927"/>
                    <a:pt x="1662794" y="1804767"/>
                  </a:cubicBezTo>
                  <a:cubicBezTo>
                    <a:pt x="1651364" y="1798417"/>
                    <a:pt x="1645014" y="1788257"/>
                    <a:pt x="1639934" y="1775557"/>
                  </a:cubicBezTo>
                  <a:cubicBezTo>
                    <a:pt x="1634854" y="1761587"/>
                    <a:pt x="1633584" y="1746347"/>
                    <a:pt x="1637394" y="1722217"/>
                  </a:cubicBezTo>
                  <a:cubicBezTo>
                    <a:pt x="1648824" y="1658717"/>
                    <a:pt x="1733914" y="1483457"/>
                    <a:pt x="1772014" y="1400907"/>
                  </a:cubicBezTo>
                  <a:cubicBezTo>
                    <a:pt x="1796144" y="1347567"/>
                    <a:pt x="1816464" y="1285337"/>
                    <a:pt x="1834244" y="1272637"/>
                  </a:cubicBezTo>
                  <a:cubicBezTo>
                    <a:pt x="1840594" y="1267557"/>
                    <a:pt x="1844404" y="1268827"/>
                    <a:pt x="1852024" y="1270097"/>
                  </a:cubicBezTo>
                  <a:cubicBezTo>
                    <a:pt x="1867264" y="1272637"/>
                    <a:pt x="1902824" y="1289147"/>
                    <a:pt x="1915524" y="1303117"/>
                  </a:cubicBezTo>
                  <a:cubicBezTo>
                    <a:pt x="1924414" y="1313277"/>
                    <a:pt x="1926954" y="1324707"/>
                    <a:pt x="1928224" y="1337407"/>
                  </a:cubicBezTo>
                  <a:cubicBezTo>
                    <a:pt x="1929494" y="1352647"/>
                    <a:pt x="1924414" y="1375507"/>
                    <a:pt x="1915524" y="1389477"/>
                  </a:cubicBezTo>
                  <a:cubicBezTo>
                    <a:pt x="1905364" y="1403447"/>
                    <a:pt x="1887584" y="1413607"/>
                    <a:pt x="1871074" y="1419957"/>
                  </a:cubicBezTo>
                  <a:cubicBezTo>
                    <a:pt x="1853294" y="1426307"/>
                    <a:pt x="1830434" y="1417417"/>
                    <a:pt x="1810114" y="1426307"/>
                  </a:cubicBezTo>
                  <a:cubicBezTo>
                    <a:pt x="1785984" y="1436467"/>
                    <a:pt x="1765664" y="1458057"/>
                    <a:pt x="1738994" y="1484727"/>
                  </a:cubicBezTo>
                  <a:cubicBezTo>
                    <a:pt x="1698354" y="1522827"/>
                    <a:pt x="1647554" y="1624427"/>
                    <a:pt x="1601834" y="1646017"/>
                  </a:cubicBezTo>
                  <a:cubicBezTo>
                    <a:pt x="1572624" y="1659987"/>
                    <a:pt x="1537064" y="1639667"/>
                    <a:pt x="1514204" y="1647287"/>
                  </a:cubicBezTo>
                  <a:cubicBezTo>
                    <a:pt x="1496424" y="1653637"/>
                    <a:pt x="1484994" y="1672687"/>
                    <a:pt x="1469754" y="1676497"/>
                  </a:cubicBezTo>
                  <a:cubicBezTo>
                    <a:pt x="1458324" y="1680307"/>
                    <a:pt x="1446894" y="1680307"/>
                    <a:pt x="1435464" y="1676497"/>
                  </a:cubicBezTo>
                  <a:cubicBezTo>
                    <a:pt x="1420224" y="1671417"/>
                    <a:pt x="1401174" y="1657447"/>
                    <a:pt x="1392284" y="1646017"/>
                  </a:cubicBezTo>
                  <a:cubicBezTo>
                    <a:pt x="1384664" y="1635857"/>
                    <a:pt x="1380854" y="1624427"/>
                    <a:pt x="1379584" y="1612997"/>
                  </a:cubicBezTo>
                  <a:cubicBezTo>
                    <a:pt x="1378314" y="1601567"/>
                    <a:pt x="1379584" y="1592677"/>
                    <a:pt x="1384664" y="1577437"/>
                  </a:cubicBezTo>
                  <a:cubicBezTo>
                    <a:pt x="1396094" y="1543147"/>
                    <a:pt x="1440544" y="1465677"/>
                    <a:pt x="1468484" y="1417417"/>
                  </a:cubicBezTo>
                  <a:cubicBezTo>
                    <a:pt x="1495154" y="1374237"/>
                    <a:pt x="1521824" y="1320897"/>
                    <a:pt x="1548494" y="1300577"/>
                  </a:cubicBezTo>
                  <a:cubicBezTo>
                    <a:pt x="1563734" y="1287877"/>
                    <a:pt x="1580244" y="1281527"/>
                    <a:pt x="1596754" y="1281527"/>
                  </a:cubicBezTo>
                  <a:cubicBezTo>
                    <a:pt x="1615804" y="1282797"/>
                    <a:pt x="1645014" y="1298037"/>
                    <a:pt x="1656444" y="1314547"/>
                  </a:cubicBezTo>
                  <a:cubicBezTo>
                    <a:pt x="1667874" y="1331057"/>
                    <a:pt x="1669144" y="1364077"/>
                    <a:pt x="1664064" y="1381857"/>
                  </a:cubicBezTo>
                  <a:cubicBezTo>
                    <a:pt x="1661524" y="1394557"/>
                    <a:pt x="1655174" y="1399637"/>
                    <a:pt x="1643744" y="1409797"/>
                  </a:cubicBezTo>
                  <a:cubicBezTo>
                    <a:pt x="1623424" y="1428847"/>
                    <a:pt x="1587864" y="1452977"/>
                    <a:pt x="1540874" y="1474567"/>
                  </a:cubicBezTo>
                  <a:cubicBezTo>
                    <a:pt x="1454514" y="1515207"/>
                    <a:pt x="1204324" y="1558387"/>
                    <a:pt x="1157334" y="1604107"/>
                  </a:cubicBezTo>
                  <a:cubicBezTo>
                    <a:pt x="1140824" y="1621887"/>
                    <a:pt x="1150984" y="1644747"/>
                    <a:pt x="1139554" y="1657447"/>
                  </a:cubicBezTo>
                  <a:cubicBezTo>
                    <a:pt x="1128124" y="1671417"/>
                    <a:pt x="1106534" y="1681577"/>
                    <a:pt x="1091294" y="1685387"/>
                  </a:cubicBezTo>
                  <a:cubicBezTo>
                    <a:pt x="1077324" y="1687927"/>
                    <a:pt x="1065894" y="1686657"/>
                    <a:pt x="1053194" y="1681577"/>
                  </a:cubicBezTo>
                  <a:cubicBezTo>
                    <a:pt x="1037954" y="1676497"/>
                    <a:pt x="1020174" y="1665067"/>
                    <a:pt x="1010014" y="1646017"/>
                  </a:cubicBezTo>
                  <a:cubicBezTo>
                    <a:pt x="994774" y="1616807"/>
                    <a:pt x="979534" y="1524097"/>
                    <a:pt x="997314" y="1505047"/>
                  </a:cubicBezTo>
                  <a:cubicBezTo>
                    <a:pt x="1011284" y="1491077"/>
                    <a:pt x="1067164" y="1497427"/>
                    <a:pt x="1074784" y="1510127"/>
                  </a:cubicBezTo>
                  <a:cubicBezTo>
                    <a:pt x="1082404" y="1522827"/>
                    <a:pt x="1058274" y="1554577"/>
                    <a:pt x="1040494" y="1578707"/>
                  </a:cubicBezTo>
                  <a:cubicBezTo>
                    <a:pt x="1017634" y="1611727"/>
                    <a:pt x="966834" y="1663797"/>
                    <a:pt x="936354" y="1684117"/>
                  </a:cubicBezTo>
                  <a:cubicBezTo>
                    <a:pt x="918574" y="1695547"/>
                    <a:pt x="904604" y="1704437"/>
                    <a:pt x="886824" y="1703167"/>
                  </a:cubicBezTo>
                  <a:cubicBezTo>
                    <a:pt x="867774" y="1701897"/>
                    <a:pt x="837294" y="1686657"/>
                    <a:pt x="824594" y="1671417"/>
                  </a:cubicBezTo>
                  <a:cubicBezTo>
                    <a:pt x="814434" y="1657447"/>
                    <a:pt x="809354" y="1642207"/>
                    <a:pt x="811894" y="1619347"/>
                  </a:cubicBezTo>
                  <a:cubicBezTo>
                    <a:pt x="815704" y="1562197"/>
                    <a:pt x="898254" y="1386937"/>
                    <a:pt x="933814" y="1341217"/>
                  </a:cubicBezTo>
                  <a:cubicBezTo>
                    <a:pt x="947784" y="1322167"/>
                    <a:pt x="959214" y="1312007"/>
                    <a:pt x="974454" y="1306927"/>
                  </a:cubicBezTo>
                  <a:cubicBezTo>
                    <a:pt x="989694" y="1301847"/>
                    <a:pt x="1012554" y="1303117"/>
                    <a:pt x="1027794" y="1308197"/>
                  </a:cubicBezTo>
                  <a:cubicBezTo>
                    <a:pt x="1039224" y="1312007"/>
                    <a:pt x="1049384" y="1319627"/>
                    <a:pt x="1055734" y="1329787"/>
                  </a:cubicBezTo>
                  <a:cubicBezTo>
                    <a:pt x="1065894" y="1341217"/>
                    <a:pt x="1073514" y="1364077"/>
                    <a:pt x="1073514" y="1379317"/>
                  </a:cubicBezTo>
                  <a:cubicBezTo>
                    <a:pt x="1074784" y="1392017"/>
                    <a:pt x="1073514" y="1399637"/>
                    <a:pt x="1064624" y="1413607"/>
                  </a:cubicBezTo>
                  <a:cubicBezTo>
                    <a:pt x="1040494" y="1452977"/>
                    <a:pt x="931274" y="1555847"/>
                    <a:pt x="870314" y="1599027"/>
                  </a:cubicBezTo>
                  <a:cubicBezTo>
                    <a:pt x="823324" y="1630777"/>
                    <a:pt x="766174" y="1638397"/>
                    <a:pt x="736964" y="1665067"/>
                  </a:cubicBezTo>
                  <a:cubicBezTo>
                    <a:pt x="716644" y="1682847"/>
                    <a:pt x="716644" y="1715867"/>
                    <a:pt x="697594" y="1726027"/>
                  </a:cubicBezTo>
                  <a:cubicBezTo>
                    <a:pt x="679814" y="1737457"/>
                    <a:pt x="642984" y="1734917"/>
                    <a:pt x="625204" y="1728567"/>
                  </a:cubicBezTo>
                  <a:cubicBezTo>
                    <a:pt x="612504" y="1724757"/>
                    <a:pt x="603614" y="1715867"/>
                    <a:pt x="595994" y="1705707"/>
                  </a:cubicBezTo>
                  <a:cubicBezTo>
                    <a:pt x="587104" y="1691737"/>
                    <a:pt x="580754" y="1675227"/>
                    <a:pt x="580754" y="1652367"/>
                  </a:cubicBezTo>
                  <a:cubicBezTo>
                    <a:pt x="582024" y="1609187"/>
                    <a:pt x="616314" y="1527907"/>
                    <a:pt x="642984" y="1470757"/>
                  </a:cubicBezTo>
                  <a:cubicBezTo>
                    <a:pt x="670924" y="1414877"/>
                    <a:pt x="730614" y="1362807"/>
                    <a:pt x="744584" y="1313277"/>
                  </a:cubicBezTo>
                  <a:cubicBezTo>
                    <a:pt x="756014" y="1275177"/>
                    <a:pt x="729344" y="1224377"/>
                    <a:pt x="744584" y="1204057"/>
                  </a:cubicBezTo>
                  <a:cubicBezTo>
                    <a:pt x="757284" y="1187547"/>
                    <a:pt x="795384" y="1185007"/>
                    <a:pt x="813164" y="1186277"/>
                  </a:cubicBezTo>
                  <a:cubicBezTo>
                    <a:pt x="827134" y="1188817"/>
                    <a:pt x="837294" y="1195167"/>
                    <a:pt x="846184" y="1204057"/>
                  </a:cubicBezTo>
                  <a:cubicBezTo>
                    <a:pt x="857614" y="1214217"/>
                    <a:pt x="869044" y="1234537"/>
                    <a:pt x="871584" y="1251047"/>
                  </a:cubicBezTo>
                  <a:cubicBezTo>
                    <a:pt x="874124" y="1267557"/>
                    <a:pt x="867774" y="1287877"/>
                    <a:pt x="858884" y="1304387"/>
                  </a:cubicBezTo>
                  <a:cubicBezTo>
                    <a:pt x="848724" y="1322167"/>
                    <a:pt x="828404" y="1336137"/>
                    <a:pt x="808084" y="1353917"/>
                  </a:cubicBezTo>
                  <a:cubicBezTo>
                    <a:pt x="781414" y="1378047"/>
                    <a:pt x="743314" y="1413607"/>
                    <a:pt x="709024" y="1435197"/>
                  </a:cubicBezTo>
                  <a:cubicBezTo>
                    <a:pt x="677274" y="1455517"/>
                    <a:pt x="642984" y="1483457"/>
                    <a:pt x="608694" y="1482187"/>
                  </a:cubicBezTo>
                  <a:cubicBezTo>
                    <a:pt x="570594" y="1480917"/>
                    <a:pt x="499474" y="1447897"/>
                    <a:pt x="488044" y="1412337"/>
                  </a:cubicBezTo>
                  <a:cubicBezTo>
                    <a:pt x="475344" y="1367887"/>
                    <a:pt x="555354" y="1285337"/>
                    <a:pt x="583294" y="1221837"/>
                  </a:cubicBezTo>
                  <a:cubicBezTo>
                    <a:pt x="611234" y="1159607"/>
                    <a:pt x="641714" y="1030067"/>
                    <a:pt x="658224" y="1031337"/>
                  </a:cubicBezTo>
                  <a:cubicBezTo>
                    <a:pt x="669654" y="1032607"/>
                    <a:pt x="687434" y="1091027"/>
                    <a:pt x="681084" y="1118967"/>
                  </a:cubicBezTo>
                  <a:cubicBezTo>
                    <a:pt x="673464" y="1149447"/>
                    <a:pt x="630284" y="1177387"/>
                    <a:pt x="602344" y="1202787"/>
                  </a:cubicBezTo>
                  <a:cubicBezTo>
                    <a:pt x="573134" y="1228187"/>
                    <a:pt x="536304" y="1239617"/>
                    <a:pt x="507094" y="1268827"/>
                  </a:cubicBezTo>
                  <a:cubicBezTo>
                    <a:pt x="471534" y="1305657"/>
                    <a:pt x="448674" y="1403447"/>
                    <a:pt x="411844" y="1416147"/>
                  </a:cubicBezTo>
                  <a:cubicBezTo>
                    <a:pt x="383904" y="1426307"/>
                    <a:pt x="333104" y="1411067"/>
                    <a:pt x="319134" y="1389477"/>
                  </a:cubicBezTo>
                  <a:cubicBezTo>
                    <a:pt x="302624" y="1361537"/>
                    <a:pt x="341994" y="1284067"/>
                    <a:pt x="344534" y="1243427"/>
                  </a:cubicBezTo>
                  <a:cubicBezTo>
                    <a:pt x="347074" y="1212947"/>
                    <a:pt x="344534" y="1192627"/>
                    <a:pt x="341994" y="1163417"/>
                  </a:cubicBezTo>
                  <a:cubicBezTo>
                    <a:pt x="339454" y="1129127"/>
                    <a:pt x="339454" y="1080867"/>
                    <a:pt x="328024" y="1046577"/>
                  </a:cubicBezTo>
                  <a:cubicBezTo>
                    <a:pt x="316594" y="1016097"/>
                    <a:pt x="286114" y="990697"/>
                    <a:pt x="278494" y="969107"/>
                  </a:cubicBezTo>
                  <a:cubicBezTo>
                    <a:pt x="273414" y="955137"/>
                    <a:pt x="272144" y="943707"/>
                    <a:pt x="273414" y="932277"/>
                  </a:cubicBezTo>
                  <a:cubicBezTo>
                    <a:pt x="275954" y="920847"/>
                    <a:pt x="279764" y="908147"/>
                    <a:pt x="287384" y="897987"/>
                  </a:cubicBezTo>
                  <a:cubicBezTo>
                    <a:pt x="297544" y="885287"/>
                    <a:pt x="316594" y="871317"/>
                    <a:pt x="333104" y="867507"/>
                  </a:cubicBezTo>
                  <a:cubicBezTo>
                    <a:pt x="350884" y="863697"/>
                    <a:pt x="373744" y="867507"/>
                    <a:pt x="388984" y="875127"/>
                  </a:cubicBezTo>
                  <a:cubicBezTo>
                    <a:pt x="400414" y="880207"/>
                    <a:pt x="415654" y="899257"/>
                    <a:pt x="415654" y="899257"/>
                  </a:cubicBezTo>
                </a:path>
              </a:pathLst>
            </a:custGeom>
            <a:solidFill>
              <a:srgbClr val="E7191F"/>
            </a:solidFill>
            <a:ln cap="sq">
              <a:noFill/>
              <a:prstDash val="solid"/>
              <a:miter/>
            </a:ln>
          </p:spPr>
          <p:txBody>
            <a:bodyPr/>
            <a:lstStyle/>
            <a:p>
              <a:endParaRPr lang="en-CA"/>
            </a:p>
          </p:txBody>
        </p:sp>
      </p:grpSp>
      <p:grpSp>
        <p:nvGrpSpPr>
          <p:cNvPr id="18" name="Group 18"/>
          <p:cNvGrpSpPr/>
          <p:nvPr/>
        </p:nvGrpSpPr>
        <p:grpSpPr>
          <a:xfrm>
            <a:off x="4592066" y="8099690"/>
            <a:ext cx="2306065" cy="243520"/>
            <a:chOff x="0" y="0"/>
            <a:chExt cx="3175000" cy="335280"/>
          </a:xfrm>
        </p:grpSpPr>
        <p:sp>
          <p:nvSpPr>
            <p:cNvPr id="19" name="Freeform 19"/>
            <p:cNvSpPr/>
            <p:nvPr/>
          </p:nvSpPr>
          <p:spPr>
            <a:xfrm>
              <a:off x="50681" y="50800"/>
              <a:ext cx="3072249" cy="237015"/>
            </a:xfrm>
            <a:custGeom>
              <a:avLst/>
              <a:gdLst/>
              <a:ahLst/>
              <a:cxnLst/>
              <a:rect l="l" t="t" r="r" b="b"/>
              <a:pathLst>
                <a:path w="3072249" h="237015">
                  <a:moveTo>
                    <a:pt x="25519" y="0"/>
                  </a:moveTo>
                  <a:cubicBezTo>
                    <a:pt x="1713349" y="17780"/>
                    <a:pt x="2277229" y="76200"/>
                    <a:pt x="2519799" y="110490"/>
                  </a:cubicBezTo>
                  <a:cubicBezTo>
                    <a:pt x="2623939" y="124460"/>
                    <a:pt x="2662039" y="139700"/>
                    <a:pt x="2742049" y="151130"/>
                  </a:cubicBezTo>
                  <a:cubicBezTo>
                    <a:pt x="2837299" y="165100"/>
                    <a:pt x="3020179" y="156210"/>
                    <a:pt x="3055739" y="182880"/>
                  </a:cubicBezTo>
                  <a:cubicBezTo>
                    <a:pt x="3068439" y="193040"/>
                    <a:pt x="3072249" y="209550"/>
                    <a:pt x="3069709" y="217170"/>
                  </a:cubicBezTo>
                  <a:cubicBezTo>
                    <a:pt x="3067169" y="224790"/>
                    <a:pt x="3050659" y="233680"/>
                    <a:pt x="3043039" y="232410"/>
                  </a:cubicBezTo>
                  <a:cubicBezTo>
                    <a:pt x="3034149" y="229870"/>
                    <a:pt x="3020179" y="209550"/>
                    <a:pt x="3021449" y="201930"/>
                  </a:cubicBezTo>
                  <a:cubicBezTo>
                    <a:pt x="3023989" y="193040"/>
                    <a:pt x="3045579" y="180340"/>
                    <a:pt x="3053199" y="182880"/>
                  </a:cubicBezTo>
                  <a:cubicBezTo>
                    <a:pt x="3062089" y="184150"/>
                    <a:pt x="3072249" y="199390"/>
                    <a:pt x="3072249" y="207010"/>
                  </a:cubicBezTo>
                  <a:cubicBezTo>
                    <a:pt x="3070979" y="215900"/>
                    <a:pt x="3063359" y="226060"/>
                    <a:pt x="3045579" y="232410"/>
                  </a:cubicBezTo>
                  <a:cubicBezTo>
                    <a:pt x="2955409" y="261620"/>
                    <a:pt x="2396609" y="143510"/>
                    <a:pt x="2094349" y="113030"/>
                  </a:cubicBezTo>
                  <a:cubicBezTo>
                    <a:pt x="1817489" y="85090"/>
                    <a:pt x="1597779" y="62230"/>
                    <a:pt x="1301869" y="50800"/>
                  </a:cubicBezTo>
                  <a:cubicBezTo>
                    <a:pt x="927219" y="35560"/>
                    <a:pt x="129659" y="97790"/>
                    <a:pt x="25519" y="50800"/>
                  </a:cubicBezTo>
                  <a:cubicBezTo>
                    <a:pt x="7739" y="41910"/>
                    <a:pt x="-1151" y="30480"/>
                    <a:pt x="119" y="21590"/>
                  </a:cubicBezTo>
                  <a:cubicBezTo>
                    <a:pt x="119" y="13970"/>
                    <a:pt x="25519" y="0"/>
                    <a:pt x="25519" y="0"/>
                  </a:cubicBezTo>
                </a:path>
              </a:pathLst>
            </a:custGeom>
            <a:solidFill>
              <a:srgbClr val="0571D3"/>
            </a:solidFill>
            <a:ln cap="sq">
              <a:noFill/>
              <a:prstDash val="solid"/>
              <a:miter/>
            </a:ln>
          </p:spPr>
          <p:txBody>
            <a:bodyPr/>
            <a:lstStyle/>
            <a:p>
              <a:endParaRPr lang="en-CA"/>
            </a:p>
          </p:txBody>
        </p:sp>
      </p:grpSp>
      <p:grpSp>
        <p:nvGrpSpPr>
          <p:cNvPr id="20" name="Group 20"/>
          <p:cNvGrpSpPr/>
          <p:nvPr/>
        </p:nvGrpSpPr>
        <p:grpSpPr>
          <a:xfrm>
            <a:off x="4588376" y="7836798"/>
            <a:ext cx="458446" cy="532240"/>
            <a:chOff x="0" y="0"/>
            <a:chExt cx="631190" cy="732790"/>
          </a:xfrm>
        </p:grpSpPr>
        <p:sp>
          <p:nvSpPr>
            <p:cNvPr id="21" name="Freeform 21"/>
            <p:cNvSpPr/>
            <p:nvPr/>
          </p:nvSpPr>
          <p:spPr>
            <a:xfrm>
              <a:off x="43698" y="50661"/>
              <a:ext cx="535665" cy="631431"/>
            </a:xfrm>
            <a:custGeom>
              <a:avLst/>
              <a:gdLst/>
              <a:ahLst/>
              <a:cxnLst/>
              <a:rect l="l" t="t" r="r" b="b"/>
              <a:pathLst>
                <a:path w="535665" h="631431">
                  <a:moveTo>
                    <a:pt x="303012" y="45859"/>
                  </a:moveTo>
                  <a:cubicBezTo>
                    <a:pt x="219192" y="101739"/>
                    <a:pt x="224272" y="113169"/>
                    <a:pt x="215382" y="120789"/>
                  </a:cubicBezTo>
                  <a:cubicBezTo>
                    <a:pt x="201412" y="134759"/>
                    <a:pt x="164582" y="137299"/>
                    <a:pt x="139182" y="152539"/>
                  </a:cubicBezTo>
                  <a:cubicBezTo>
                    <a:pt x="108702" y="170319"/>
                    <a:pt x="57902" y="200799"/>
                    <a:pt x="47742" y="227469"/>
                  </a:cubicBezTo>
                  <a:cubicBezTo>
                    <a:pt x="40122" y="246519"/>
                    <a:pt x="49012" y="271919"/>
                    <a:pt x="57902" y="288429"/>
                  </a:cubicBezTo>
                  <a:cubicBezTo>
                    <a:pt x="65522" y="306209"/>
                    <a:pt x="75682" y="313829"/>
                    <a:pt x="96002" y="330339"/>
                  </a:cubicBezTo>
                  <a:cubicBezTo>
                    <a:pt x="145532" y="372249"/>
                    <a:pt x="313172" y="485279"/>
                    <a:pt x="372862" y="513219"/>
                  </a:cubicBezTo>
                  <a:cubicBezTo>
                    <a:pt x="399532" y="524649"/>
                    <a:pt x="417312" y="520839"/>
                    <a:pt x="433822" y="529729"/>
                  </a:cubicBezTo>
                  <a:cubicBezTo>
                    <a:pt x="449062" y="538619"/>
                    <a:pt x="455412" y="556399"/>
                    <a:pt x="470652" y="565289"/>
                  </a:cubicBezTo>
                  <a:cubicBezTo>
                    <a:pt x="485892" y="575449"/>
                    <a:pt x="516372" y="576719"/>
                    <a:pt x="526532" y="585609"/>
                  </a:cubicBezTo>
                  <a:cubicBezTo>
                    <a:pt x="532882" y="591959"/>
                    <a:pt x="536692" y="600849"/>
                    <a:pt x="535422" y="608469"/>
                  </a:cubicBezTo>
                  <a:cubicBezTo>
                    <a:pt x="535422" y="614819"/>
                    <a:pt x="529072" y="624979"/>
                    <a:pt x="522722" y="627519"/>
                  </a:cubicBezTo>
                  <a:cubicBezTo>
                    <a:pt x="515102" y="631329"/>
                    <a:pt x="498592" y="628789"/>
                    <a:pt x="492242" y="623709"/>
                  </a:cubicBezTo>
                  <a:cubicBezTo>
                    <a:pt x="487162" y="618629"/>
                    <a:pt x="484622" y="607199"/>
                    <a:pt x="485892" y="600849"/>
                  </a:cubicBezTo>
                  <a:cubicBezTo>
                    <a:pt x="487162" y="593229"/>
                    <a:pt x="494782" y="584339"/>
                    <a:pt x="501132" y="581799"/>
                  </a:cubicBezTo>
                  <a:cubicBezTo>
                    <a:pt x="507482" y="579259"/>
                    <a:pt x="518912" y="579259"/>
                    <a:pt x="523992" y="584339"/>
                  </a:cubicBezTo>
                  <a:cubicBezTo>
                    <a:pt x="530342" y="589419"/>
                    <a:pt x="536692" y="605929"/>
                    <a:pt x="534152" y="613549"/>
                  </a:cubicBezTo>
                  <a:cubicBezTo>
                    <a:pt x="531612" y="621169"/>
                    <a:pt x="521452" y="630059"/>
                    <a:pt x="510022" y="631329"/>
                  </a:cubicBezTo>
                  <a:cubicBezTo>
                    <a:pt x="478272" y="633869"/>
                    <a:pt x="403342" y="588149"/>
                    <a:pt x="342382" y="552589"/>
                  </a:cubicBezTo>
                  <a:cubicBezTo>
                    <a:pt x="258562" y="505599"/>
                    <a:pt x="112512" y="414159"/>
                    <a:pt x="57902" y="363359"/>
                  </a:cubicBezTo>
                  <a:cubicBezTo>
                    <a:pt x="32502" y="339229"/>
                    <a:pt x="17262" y="323989"/>
                    <a:pt x="8372" y="297319"/>
                  </a:cubicBezTo>
                  <a:cubicBezTo>
                    <a:pt x="-518" y="270649"/>
                    <a:pt x="-4328" y="232549"/>
                    <a:pt x="7102" y="204609"/>
                  </a:cubicBezTo>
                  <a:cubicBezTo>
                    <a:pt x="19802" y="175399"/>
                    <a:pt x="56632" y="148729"/>
                    <a:pt x="84572" y="129679"/>
                  </a:cubicBezTo>
                  <a:cubicBezTo>
                    <a:pt x="112512" y="111899"/>
                    <a:pt x="156962" y="110629"/>
                    <a:pt x="174742" y="94119"/>
                  </a:cubicBezTo>
                  <a:cubicBezTo>
                    <a:pt x="186172" y="82689"/>
                    <a:pt x="183632" y="67449"/>
                    <a:pt x="195062" y="54749"/>
                  </a:cubicBezTo>
                  <a:cubicBezTo>
                    <a:pt x="212842" y="35699"/>
                    <a:pt x="258562" y="2679"/>
                    <a:pt x="280152" y="139"/>
                  </a:cubicBezTo>
                  <a:cubicBezTo>
                    <a:pt x="294122" y="-1131"/>
                    <a:pt x="313172" y="6489"/>
                    <a:pt x="315712" y="14109"/>
                  </a:cubicBezTo>
                  <a:cubicBezTo>
                    <a:pt x="319522" y="21729"/>
                    <a:pt x="303012" y="45859"/>
                    <a:pt x="303012" y="45859"/>
                  </a:cubicBezTo>
                </a:path>
              </a:pathLst>
            </a:custGeom>
            <a:solidFill>
              <a:srgbClr val="0571D3"/>
            </a:solidFill>
            <a:ln cap="sq">
              <a:noFill/>
              <a:prstDash val="solid"/>
              <a:miter/>
            </a:ln>
          </p:spPr>
          <p:txBody>
            <a:bodyPr/>
            <a:lstStyle/>
            <a:p>
              <a:endParaRPr lang="en-CA"/>
            </a:p>
          </p:txBody>
        </p:sp>
      </p:grpSp>
      <p:grpSp>
        <p:nvGrpSpPr>
          <p:cNvPr id="22" name="Group 22"/>
          <p:cNvGrpSpPr/>
          <p:nvPr/>
        </p:nvGrpSpPr>
        <p:grpSpPr>
          <a:xfrm>
            <a:off x="7077081" y="7834953"/>
            <a:ext cx="110691" cy="692742"/>
            <a:chOff x="0" y="0"/>
            <a:chExt cx="152400" cy="953770"/>
          </a:xfrm>
        </p:grpSpPr>
        <p:sp>
          <p:nvSpPr>
            <p:cNvPr id="23" name="Freeform 23"/>
            <p:cNvSpPr/>
            <p:nvPr/>
          </p:nvSpPr>
          <p:spPr>
            <a:xfrm>
              <a:off x="24604" y="50800"/>
              <a:ext cx="76996" cy="852170"/>
            </a:xfrm>
            <a:custGeom>
              <a:avLst/>
              <a:gdLst/>
              <a:ahLst/>
              <a:cxnLst/>
              <a:rect l="l" t="t" r="r" b="b"/>
              <a:pathLst>
                <a:path w="76996" h="852170">
                  <a:moveTo>
                    <a:pt x="76996" y="25400"/>
                  </a:moveTo>
                  <a:cubicBezTo>
                    <a:pt x="69376" y="843280"/>
                    <a:pt x="59216" y="852170"/>
                    <a:pt x="50326" y="852170"/>
                  </a:cubicBezTo>
                  <a:cubicBezTo>
                    <a:pt x="42706" y="850900"/>
                    <a:pt x="27466" y="831850"/>
                    <a:pt x="26196" y="822960"/>
                  </a:cubicBezTo>
                  <a:cubicBezTo>
                    <a:pt x="26196" y="816610"/>
                    <a:pt x="33816" y="806450"/>
                    <a:pt x="40166" y="803910"/>
                  </a:cubicBezTo>
                  <a:cubicBezTo>
                    <a:pt x="47786" y="800100"/>
                    <a:pt x="64296" y="802640"/>
                    <a:pt x="70646" y="808990"/>
                  </a:cubicBezTo>
                  <a:cubicBezTo>
                    <a:pt x="75726" y="815340"/>
                    <a:pt x="76996" y="831850"/>
                    <a:pt x="73186" y="839470"/>
                  </a:cubicBezTo>
                  <a:cubicBezTo>
                    <a:pt x="70646" y="845820"/>
                    <a:pt x="60486" y="852170"/>
                    <a:pt x="52866" y="852170"/>
                  </a:cubicBezTo>
                  <a:cubicBezTo>
                    <a:pt x="45246" y="850900"/>
                    <a:pt x="33816" y="843280"/>
                    <a:pt x="26196" y="826770"/>
                  </a:cubicBezTo>
                  <a:cubicBezTo>
                    <a:pt x="-8094" y="746760"/>
                    <a:pt x="-9364" y="105410"/>
                    <a:pt x="26196" y="25400"/>
                  </a:cubicBezTo>
                  <a:cubicBezTo>
                    <a:pt x="33816" y="7620"/>
                    <a:pt x="46516" y="0"/>
                    <a:pt x="55406" y="0"/>
                  </a:cubicBezTo>
                  <a:cubicBezTo>
                    <a:pt x="63026" y="1270"/>
                    <a:pt x="76996" y="25400"/>
                    <a:pt x="76996" y="25400"/>
                  </a:cubicBezTo>
                </a:path>
              </a:pathLst>
            </a:custGeom>
            <a:solidFill>
              <a:srgbClr val="0571D3"/>
            </a:solidFill>
            <a:ln cap="sq">
              <a:noFill/>
              <a:prstDash val="solid"/>
              <a:miter/>
            </a:ln>
          </p:spPr>
          <p:txBody>
            <a:bodyPr/>
            <a:lstStyle/>
            <a:p>
              <a:endParaRPr lang="en-CA"/>
            </a:p>
          </p:txBody>
        </p:sp>
      </p:grpSp>
      <p:grpSp>
        <p:nvGrpSpPr>
          <p:cNvPr id="24" name="Group 24"/>
          <p:cNvGrpSpPr/>
          <p:nvPr/>
        </p:nvGrpSpPr>
        <p:grpSpPr>
          <a:xfrm>
            <a:off x="7209911" y="8127363"/>
            <a:ext cx="164192" cy="374505"/>
            <a:chOff x="0" y="0"/>
            <a:chExt cx="226060" cy="515620"/>
          </a:xfrm>
        </p:grpSpPr>
        <p:sp>
          <p:nvSpPr>
            <p:cNvPr id="25" name="Freeform 25"/>
            <p:cNvSpPr/>
            <p:nvPr/>
          </p:nvSpPr>
          <p:spPr>
            <a:xfrm>
              <a:off x="50678" y="49851"/>
              <a:ext cx="134127" cy="414300"/>
            </a:xfrm>
            <a:custGeom>
              <a:avLst/>
              <a:gdLst/>
              <a:ahLst/>
              <a:cxnLst/>
              <a:rect l="l" t="t" r="r" b="b"/>
              <a:pathLst>
                <a:path w="134127" h="414300">
                  <a:moveTo>
                    <a:pt x="43302" y="6029"/>
                  </a:moveTo>
                  <a:cubicBezTo>
                    <a:pt x="105532" y="86039"/>
                    <a:pt x="111882" y="163509"/>
                    <a:pt x="116962" y="220659"/>
                  </a:cubicBezTo>
                  <a:cubicBezTo>
                    <a:pt x="123312" y="277809"/>
                    <a:pt x="133472" y="366709"/>
                    <a:pt x="122042" y="394649"/>
                  </a:cubicBezTo>
                  <a:cubicBezTo>
                    <a:pt x="116962" y="406079"/>
                    <a:pt x="109342" y="412429"/>
                    <a:pt x="100452" y="413699"/>
                  </a:cubicBezTo>
                  <a:cubicBezTo>
                    <a:pt x="92832" y="414969"/>
                    <a:pt x="81402" y="411159"/>
                    <a:pt x="75052" y="400999"/>
                  </a:cubicBezTo>
                  <a:cubicBezTo>
                    <a:pt x="56002" y="371789"/>
                    <a:pt x="53462" y="193989"/>
                    <a:pt x="73782" y="162239"/>
                  </a:cubicBezTo>
                  <a:cubicBezTo>
                    <a:pt x="81402" y="149539"/>
                    <a:pt x="99182" y="143189"/>
                    <a:pt x="106802" y="145729"/>
                  </a:cubicBezTo>
                  <a:cubicBezTo>
                    <a:pt x="114422" y="148269"/>
                    <a:pt x="124582" y="164779"/>
                    <a:pt x="123312" y="172399"/>
                  </a:cubicBezTo>
                  <a:cubicBezTo>
                    <a:pt x="120772" y="181289"/>
                    <a:pt x="101722" y="196529"/>
                    <a:pt x="94102" y="195259"/>
                  </a:cubicBezTo>
                  <a:cubicBezTo>
                    <a:pt x="85212" y="193989"/>
                    <a:pt x="71242" y="172399"/>
                    <a:pt x="72512" y="164779"/>
                  </a:cubicBezTo>
                  <a:cubicBezTo>
                    <a:pt x="73782" y="155889"/>
                    <a:pt x="89022" y="144459"/>
                    <a:pt x="96642" y="144459"/>
                  </a:cubicBezTo>
                  <a:cubicBezTo>
                    <a:pt x="105532" y="144459"/>
                    <a:pt x="116962" y="154619"/>
                    <a:pt x="123312" y="169859"/>
                  </a:cubicBezTo>
                  <a:cubicBezTo>
                    <a:pt x="138552" y="206689"/>
                    <a:pt x="137282" y="361629"/>
                    <a:pt x="122042" y="394649"/>
                  </a:cubicBezTo>
                  <a:cubicBezTo>
                    <a:pt x="116962" y="406079"/>
                    <a:pt x="108072" y="412429"/>
                    <a:pt x="100452" y="413699"/>
                  </a:cubicBezTo>
                  <a:cubicBezTo>
                    <a:pt x="94102" y="414969"/>
                    <a:pt x="85212" y="414969"/>
                    <a:pt x="78862" y="406079"/>
                  </a:cubicBezTo>
                  <a:cubicBezTo>
                    <a:pt x="54732" y="375599"/>
                    <a:pt x="73782" y="143189"/>
                    <a:pt x="48382" y="82229"/>
                  </a:cubicBezTo>
                  <a:cubicBezTo>
                    <a:pt x="35682" y="53019"/>
                    <a:pt x="1392" y="41589"/>
                    <a:pt x="122" y="25079"/>
                  </a:cubicBezTo>
                  <a:cubicBezTo>
                    <a:pt x="-1148" y="16189"/>
                    <a:pt x="7742" y="4759"/>
                    <a:pt x="14092" y="949"/>
                  </a:cubicBezTo>
                  <a:cubicBezTo>
                    <a:pt x="21712" y="-2861"/>
                    <a:pt x="43302" y="6029"/>
                    <a:pt x="43302" y="6029"/>
                  </a:cubicBezTo>
                </a:path>
              </a:pathLst>
            </a:custGeom>
            <a:solidFill>
              <a:srgbClr val="0571D3"/>
            </a:solidFill>
            <a:ln cap="sq">
              <a:noFill/>
              <a:prstDash val="solid"/>
              <a:miter/>
            </a:ln>
          </p:spPr>
          <p:txBody>
            <a:bodyPr/>
            <a:lstStyle/>
            <a:p>
              <a:endParaRPr lang="en-CA"/>
            </a:p>
          </p:txBody>
        </p:sp>
      </p:grpSp>
      <p:grpSp>
        <p:nvGrpSpPr>
          <p:cNvPr id="26" name="Group 26"/>
          <p:cNvGrpSpPr/>
          <p:nvPr/>
        </p:nvGrpSpPr>
        <p:grpSpPr>
          <a:xfrm>
            <a:off x="7185928" y="7997300"/>
            <a:ext cx="107924" cy="105157"/>
            <a:chOff x="0" y="0"/>
            <a:chExt cx="148590" cy="144780"/>
          </a:xfrm>
        </p:grpSpPr>
        <p:sp>
          <p:nvSpPr>
            <p:cNvPr id="27" name="Freeform 27"/>
            <p:cNvSpPr/>
            <p:nvPr/>
          </p:nvSpPr>
          <p:spPr>
            <a:xfrm>
              <a:off x="48487" y="49054"/>
              <a:ext cx="48033" cy="40785"/>
            </a:xfrm>
            <a:custGeom>
              <a:avLst/>
              <a:gdLst/>
              <a:ahLst/>
              <a:cxnLst/>
              <a:rect l="l" t="t" r="r" b="b"/>
              <a:pathLst>
                <a:path w="48033" h="40785">
                  <a:moveTo>
                    <a:pt x="48033" y="14446"/>
                  </a:moveTo>
                  <a:cubicBezTo>
                    <a:pt x="26443" y="48736"/>
                    <a:pt x="6123" y="42386"/>
                    <a:pt x="2313" y="34766"/>
                  </a:cubicBezTo>
                  <a:cubicBezTo>
                    <a:pt x="-2767" y="28416"/>
                    <a:pt x="1043" y="6826"/>
                    <a:pt x="8663" y="1746"/>
                  </a:cubicBezTo>
                  <a:cubicBezTo>
                    <a:pt x="15013" y="-3334"/>
                    <a:pt x="41683" y="4286"/>
                    <a:pt x="41683" y="4286"/>
                  </a:cubicBezTo>
                </a:path>
              </a:pathLst>
            </a:custGeom>
            <a:solidFill>
              <a:srgbClr val="0571D3"/>
            </a:solidFill>
            <a:ln cap="sq">
              <a:noFill/>
              <a:prstDash val="solid"/>
              <a:miter/>
            </a:ln>
          </p:spPr>
          <p:txBody>
            <a:bodyPr/>
            <a:lstStyle/>
            <a:p>
              <a:endParaRPr lang="en-CA"/>
            </a:p>
          </p:txBody>
        </p:sp>
      </p:grpSp>
      <p:grpSp>
        <p:nvGrpSpPr>
          <p:cNvPr id="28" name="Group 28"/>
          <p:cNvGrpSpPr/>
          <p:nvPr/>
        </p:nvGrpSpPr>
        <p:grpSpPr>
          <a:xfrm>
            <a:off x="7397163" y="7941032"/>
            <a:ext cx="637396" cy="851399"/>
            <a:chOff x="0" y="0"/>
            <a:chExt cx="877570" cy="1172210"/>
          </a:xfrm>
        </p:grpSpPr>
        <p:sp>
          <p:nvSpPr>
            <p:cNvPr id="29" name="Freeform 29"/>
            <p:cNvSpPr/>
            <p:nvPr/>
          </p:nvSpPr>
          <p:spPr>
            <a:xfrm>
              <a:off x="44411" y="50731"/>
              <a:ext cx="781198" cy="1070406"/>
            </a:xfrm>
            <a:custGeom>
              <a:avLst/>
              <a:gdLst/>
              <a:ahLst/>
              <a:cxnLst/>
              <a:rect l="l" t="t" r="r" b="b"/>
              <a:pathLst>
                <a:path w="781198" h="1070406">
                  <a:moveTo>
                    <a:pt x="234989" y="411549"/>
                  </a:moveTo>
                  <a:cubicBezTo>
                    <a:pt x="163869" y="382339"/>
                    <a:pt x="92749" y="355669"/>
                    <a:pt x="67349" y="375989"/>
                  </a:cubicBezTo>
                  <a:cubicBezTo>
                    <a:pt x="36869" y="401389"/>
                    <a:pt x="27979" y="538549"/>
                    <a:pt x="50839" y="567759"/>
                  </a:cubicBezTo>
                  <a:cubicBezTo>
                    <a:pt x="67349" y="588079"/>
                    <a:pt x="121959" y="584269"/>
                    <a:pt x="142279" y="580459"/>
                  </a:cubicBezTo>
                  <a:cubicBezTo>
                    <a:pt x="154979" y="577919"/>
                    <a:pt x="160059" y="572839"/>
                    <a:pt x="168949" y="563949"/>
                  </a:cubicBezTo>
                  <a:cubicBezTo>
                    <a:pt x="184189" y="547439"/>
                    <a:pt x="201969" y="514419"/>
                    <a:pt x="210859" y="483939"/>
                  </a:cubicBezTo>
                  <a:cubicBezTo>
                    <a:pt x="222289" y="449649"/>
                    <a:pt x="212129" y="384879"/>
                    <a:pt x="224829" y="365829"/>
                  </a:cubicBezTo>
                  <a:cubicBezTo>
                    <a:pt x="229909" y="358209"/>
                    <a:pt x="237529" y="354399"/>
                    <a:pt x="245149" y="354399"/>
                  </a:cubicBezTo>
                  <a:cubicBezTo>
                    <a:pt x="252769" y="354399"/>
                    <a:pt x="262929" y="358209"/>
                    <a:pt x="269279" y="369639"/>
                  </a:cubicBezTo>
                  <a:cubicBezTo>
                    <a:pt x="295949" y="417899"/>
                    <a:pt x="260389" y="732859"/>
                    <a:pt x="271819" y="845889"/>
                  </a:cubicBezTo>
                  <a:cubicBezTo>
                    <a:pt x="278169" y="910659"/>
                    <a:pt x="289599" y="960189"/>
                    <a:pt x="301029" y="995749"/>
                  </a:cubicBezTo>
                  <a:cubicBezTo>
                    <a:pt x="308649" y="1016069"/>
                    <a:pt x="325159" y="1030039"/>
                    <a:pt x="326429" y="1042739"/>
                  </a:cubicBezTo>
                  <a:cubicBezTo>
                    <a:pt x="326429" y="1051629"/>
                    <a:pt x="323889" y="1060519"/>
                    <a:pt x="318809" y="1064329"/>
                  </a:cubicBezTo>
                  <a:cubicBezTo>
                    <a:pt x="312459" y="1069409"/>
                    <a:pt x="297219" y="1071949"/>
                    <a:pt x="289599" y="1069409"/>
                  </a:cubicBezTo>
                  <a:cubicBezTo>
                    <a:pt x="283249" y="1066869"/>
                    <a:pt x="276899" y="1059249"/>
                    <a:pt x="275629" y="1050359"/>
                  </a:cubicBezTo>
                  <a:cubicBezTo>
                    <a:pt x="275629" y="1024959"/>
                    <a:pt x="337859" y="962729"/>
                    <a:pt x="367069" y="908119"/>
                  </a:cubicBezTo>
                  <a:cubicBezTo>
                    <a:pt x="402629" y="840809"/>
                    <a:pt x="444539" y="764609"/>
                    <a:pt x="464859" y="673169"/>
                  </a:cubicBezTo>
                  <a:cubicBezTo>
                    <a:pt x="490259" y="557599"/>
                    <a:pt x="455969" y="299789"/>
                    <a:pt x="478829" y="259149"/>
                  </a:cubicBezTo>
                  <a:cubicBezTo>
                    <a:pt x="483909" y="248989"/>
                    <a:pt x="491529" y="245179"/>
                    <a:pt x="497879" y="245179"/>
                  </a:cubicBezTo>
                  <a:cubicBezTo>
                    <a:pt x="506769" y="245179"/>
                    <a:pt x="518199" y="248989"/>
                    <a:pt x="524549" y="259149"/>
                  </a:cubicBezTo>
                  <a:cubicBezTo>
                    <a:pt x="535979" y="278199"/>
                    <a:pt x="516929" y="349319"/>
                    <a:pt x="525819" y="381069"/>
                  </a:cubicBezTo>
                  <a:cubicBezTo>
                    <a:pt x="530899" y="402659"/>
                    <a:pt x="549949" y="415359"/>
                    <a:pt x="556299" y="431869"/>
                  </a:cubicBezTo>
                  <a:cubicBezTo>
                    <a:pt x="560109" y="444569"/>
                    <a:pt x="556299" y="458539"/>
                    <a:pt x="560109" y="468699"/>
                  </a:cubicBezTo>
                  <a:cubicBezTo>
                    <a:pt x="563919" y="478859"/>
                    <a:pt x="568999" y="487749"/>
                    <a:pt x="577889" y="494099"/>
                  </a:cubicBezTo>
                  <a:cubicBezTo>
                    <a:pt x="590589" y="501719"/>
                    <a:pt x="623609" y="511879"/>
                    <a:pt x="638849" y="506799"/>
                  </a:cubicBezTo>
                  <a:cubicBezTo>
                    <a:pt x="652819" y="501719"/>
                    <a:pt x="661709" y="486479"/>
                    <a:pt x="670599" y="472509"/>
                  </a:cubicBezTo>
                  <a:cubicBezTo>
                    <a:pt x="679489" y="455999"/>
                    <a:pt x="684569" y="440759"/>
                    <a:pt x="689649" y="411549"/>
                  </a:cubicBezTo>
                  <a:cubicBezTo>
                    <a:pt x="701079" y="341699"/>
                    <a:pt x="673139" y="119449"/>
                    <a:pt x="695999" y="57219"/>
                  </a:cubicBezTo>
                  <a:cubicBezTo>
                    <a:pt x="706159" y="30549"/>
                    <a:pt x="723939" y="15309"/>
                    <a:pt x="737909" y="7689"/>
                  </a:cubicBezTo>
                  <a:cubicBezTo>
                    <a:pt x="748069" y="1339"/>
                    <a:pt x="760769" y="69"/>
                    <a:pt x="768389" y="2609"/>
                  </a:cubicBezTo>
                  <a:cubicBezTo>
                    <a:pt x="774739" y="5149"/>
                    <a:pt x="781089" y="15309"/>
                    <a:pt x="781089" y="22929"/>
                  </a:cubicBezTo>
                  <a:cubicBezTo>
                    <a:pt x="782359" y="30549"/>
                    <a:pt x="772199" y="45789"/>
                    <a:pt x="765849" y="48329"/>
                  </a:cubicBezTo>
                  <a:cubicBezTo>
                    <a:pt x="759499" y="52139"/>
                    <a:pt x="746799" y="49599"/>
                    <a:pt x="741719" y="45789"/>
                  </a:cubicBezTo>
                  <a:cubicBezTo>
                    <a:pt x="735369" y="41979"/>
                    <a:pt x="730289" y="31819"/>
                    <a:pt x="731559" y="24199"/>
                  </a:cubicBezTo>
                  <a:cubicBezTo>
                    <a:pt x="732829" y="15309"/>
                    <a:pt x="749339" y="-1201"/>
                    <a:pt x="758229" y="69"/>
                  </a:cubicBezTo>
                  <a:cubicBezTo>
                    <a:pt x="767119" y="69"/>
                    <a:pt x="782359" y="17849"/>
                    <a:pt x="781089" y="28009"/>
                  </a:cubicBezTo>
                  <a:cubicBezTo>
                    <a:pt x="781089" y="40709"/>
                    <a:pt x="753149" y="44519"/>
                    <a:pt x="742989" y="67379"/>
                  </a:cubicBezTo>
                  <a:cubicBezTo>
                    <a:pt x="718859" y="124529"/>
                    <a:pt x="754419" y="344239"/>
                    <a:pt x="739179" y="421709"/>
                  </a:cubicBezTo>
                  <a:cubicBezTo>
                    <a:pt x="731559" y="461079"/>
                    <a:pt x="721399" y="486479"/>
                    <a:pt x="704889" y="509339"/>
                  </a:cubicBezTo>
                  <a:cubicBezTo>
                    <a:pt x="689649" y="529659"/>
                    <a:pt x="668059" y="547439"/>
                    <a:pt x="646469" y="552519"/>
                  </a:cubicBezTo>
                  <a:cubicBezTo>
                    <a:pt x="626149" y="558869"/>
                    <a:pt x="596939" y="552519"/>
                    <a:pt x="577889" y="546169"/>
                  </a:cubicBezTo>
                  <a:cubicBezTo>
                    <a:pt x="561379" y="541089"/>
                    <a:pt x="549949" y="537279"/>
                    <a:pt x="537249" y="523309"/>
                  </a:cubicBezTo>
                  <a:cubicBezTo>
                    <a:pt x="515659" y="499179"/>
                    <a:pt x="487719" y="434409"/>
                    <a:pt x="477559" y="388689"/>
                  </a:cubicBezTo>
                  <a:cubicBezTo>
                    <a:pt x="468669" y="346779"/>
                    <a:pt x="464859" y="278199"/>
                    <a:pt x="478829" y="259149"/>
                  </a:cubicBezTo>
                  <a:cubicBezTo>
                    <a:pt x="486449" y="248989"/>
                    <a:pt x="502959" y="243909"/>
                    <a:pt x="510579" y="246449"/>
                  </a:cubicBezTo>
                  <a:cubicBezTo>
                    <a:pt x="518199" y="248989"/>
                    <a:pt x="523279" y="256609"/>
                    <a:pt x="527089" y="270579"/>
                  </a:cubicBezTo>
                  <a:cubicBezTo>
                    <a:pt x="542329" y="323919"/>
                    <a:pt x="539789" y="570299"/>
                    <a:pt x="513119" y="689679"/>
                  </a:cubicBezTo>
                  <a:cubicBezTo>
                    <a:pt x="492799" y="784929"/>
                    <a:pt x="445809" y="868749"/>
                    <a:pt x="408979" y="936059"/>
                  </a:cubicBezTo>
                  <a:cubicBezTo>
                    <a:pt x="379769" y="988129"/>
                    <a:pt x="344209" y="1050359"/>
                    <a:pt x="318809" y="1064329"/>
                  </a:cubicBezTo>
                  <a:cubicBezTo>
                    <a:pt x="306109" y="1071949"/>
                    <a:pt x="294679" y="1071949"/>
                    <a:pt x="284519" y="1065599"/>
                  </a:cubicBezTo>
                  <a:cubicBezTo>
                    <a:pt x="270549" y="1057979"/>
                    <a:pt x="260389" y="1030039"/>
                    <a:pt x="251499" y="1003369"/>
                  </a:cubicBezTo>
                  <a:cubicBezTo>
                    <a:pt x="237529" y="963999"/>
                    <a:pt x="227369" y="913199"/>
                    <a:pt x="221019" y="845889"/>
                  </a:cubicBezTo>
                  <a:cubicBezTo>
                    <a:pt x="210859" y="731589"/>
                    <a:pt x="200699" y="433139"/>
                    <a:pt x="221019" y="378529"/>
                  </a:cubicBezTo>
                  <a:cubicBezTo>
                    <a:pt x="224829" y="364559"/>
                    <a:pt x="231179" y="358209"/>
                    <a:pt x="238799" y="355669"/>
                  </a:cubicBezTo>
                  <a:cubicBezTo>
                    <a:pt x="246419" y="353129"/>
                    <a:pt x="260389" y="355669"/>
                    <a:pt x="265469" y="364559"/>
                  </a:cubicBezTo>
                  <a:cubicBezTo>
                    <a:pt x="279439" y="383609"/>
                    <a:pt x="271819" y="461079"/>
                    <a:pt x="259119" y="501719"/>
                  </a:cubicBezTo>
                  <a:cubicBezTo>
                    <a:pt x="246419" y="541089"/>
                    <a:pt x="217209" y="586809"/>
                    <a:pt x="194349" y="607129"/>
                  </a:cubicBezTo>
                  <a:cubicBezTo>
                    <a:pt x="177839" y="621099"/>
                    <a:pt x="160059" y="627449"/>
                    <a:pt x="142279" y="629989"/>
                  </a:cubicBezTo>
                  <a:cubicBezTo>
                    <a:pt x="127039" y="632529"/>
                    <a:pt x="113069" y="628719"/>
                    <a:pt x="96559" y="626179"/>
                  </a:cubicBezTo>
                  <a:cubicBezTo>
                    <a:pt x="76239" y="623639"/>
                    <a:pt x="49569" y="622369"/>
                    <a:pt x="34329" y="613479"/>
                  </a:cubicBezTo>
                  <a:cubicBezTo>
                    <a:pt x="21629" y="605859"/>
                    <a:pt x="11469" y="596969"/>
                    <a:pt x="6389" y="580459"/>
                  </a:cubicBezTo>
                  <a:cubicBezTo>
                    <a:pt x="-6311" y="544899"/>
                    <a:pt x="2579" y="435679"/>
                    <a:pt x="10199" y="396309"/>
                  </a:cubicBezTo>
                  <a:cubicBezTo>
                    <a:pt x="12739" y="378529"/>
                    <a:pt x="15279" y="368369"/>
                    <a:pt x="24169" y="358209"/>
                  </a:cubicBezTo>
                  <a:cubicBezTo>
                    <a:pt x="31789" y="346779"/>
                    <a:pt x="39409" y="336619"/>
                    <a:pt x="57189" y="331539"/>
                  </a:cubicBezTo>
                  <a:cubicBezTo>
                    <a:pt x="88939" y="321379"/>
                    <a:pt x="177839" y="332809"/>
                    <a:pt x="215939" y="345509"/>
                  </a:cubicBezTo>
                  <a:cubicBezTo>
                    <a:pt x="240069" y="353129"/>
                    <a:pt x="265469" y="367099"/>
                    <a:pt x="270549" y="379799"/>
                  </a:cubicBezTo>
                  <a:cubicBezTo>
                    <a:pt x="274359" y="388689"/>
                    <a:pt x="269279" y="402659"/>
                    <a:pt x="264199" y="407739"/>
                  </a:cubicBezTo>
                  <a:cubicBezTo>
                    <a:pt x="257849" y="412819"/>
                    <a:pt x="234989" y="411549"/>
                    <a:pt x="234989" y="411549"/>
                  </a:cubicBezTo>
                </a:path>
              </a:pathLst>
            </a:custGeom>
            <a:solidFill>
              <a:srgbClr val="0571D3"/>
            </a:solidFill>
            <a:ln cap="sq">
              <a:noFill/>
              <a:prstDash val="solid"/>
              <a:miter/>
            </a:ln>
          </p:spPr>
          <p:txBody>
            <a:bodyPr/>
            <a:lstStyle/>
            <a:p>
              <a:endParaRPr lang="en-CA"/>
            </a:p>
          </p:txBody>
        </p:sp>
      </p:grpSp>
      <p:grpSp>
        <p:nvGrpSpPr>
          <p:cNvPr id="30" name="Group 30"/>
          <p:cNvGrpSpPr/>
          <p:nvPr/>
        </p:nvGrpSpPr>
        <p:grpSpPr>
          <a:xfrm>
            <a:off x="7923868" y="7941032"/>
            <a:ext cx="110691" cy="216770"/>
            <a:chOff x="0" y="0"/>
            <a:chExt cx="152400" cy="298450"/>
          </a:xfrm>
        </p:grpSpPr>
        <p:sp>
          <p:nvSpPr>
            <p:cNvPr id="31" name="Freeform 31"/>
            <p:cNvSpPr/>
            <p:nvPr/>
          </p:nvSpPr>
          <p:spPr>
            <a:xfrm>
              <a:off x="41275" y="50712"/>
              <a:ext cx="60325" cy="195831"/>
            </a:xfrm>
            <a:custGeom>
              <a:avLst/>
              <a:gdLst/>
              <a:ahLst/>
              <a:cxnLst/>
              <a:rect l="l" t="t" r="r" b="b"/>
              <a:pathLst>
                <a:path w="60325" h="195831">
                  <a:moveTo>
                    <a:pt x="60325" y="25488"/>
                  </a:moveTo>
                  <a:cubicBezTo>
                    <a:pt x="51435" y="190588"/>
                    <a:pt x="33655" y="196938"/>
                    <a:pt x="24765" y="194398"/>
                  </a:cubicBezTo>
                  <a:cubicBezTo>
                    <a:pt x="17145" y="191858"/>
                    <a:pt x="8255" y="175348"/>
                    <a:pt x="9525" y="167728"/>
                  </a:cubicBezTo>
                  <a:cubicBezTo>
                    <a:pt x="9525" y="161378"/>
                    <a:pt x="15875" y="151218"/>
                    <a:pt x="22225" y="148678"/>
                  </a:cubicBezTo>
                  <a:cubicBezTo>
                    <a:pt x="29845" y="144868"/>
                    <a:pt x="47625" y="147408"/>
                    <a:pt x="52705" y="153758"/>
                  </a:cubicBezTo>
                  <a:cubicBezTo>
                    <a:pt x="57785" y="158838"/>
                    <a:pt x="60325" y="176618"/>
                    <a:pt x="56515" y="184238"/>
                  </a:cubicBezTo>
                  <a:cubicBezTo>
                    <a:pt x="52705" y="190588"/>
                    <a:pt x="42545" y="196938"/>
                    <a:pt x="36195" y="195668"/>
                  </a:cubicBezTo>
                  <a:cubicBezTo>
                    <a:pt x="27305" y="195668"/>
                    <a:pt x="14605" y="184238"/>
                    <a:pt x="9525" y="170268"/>
                  </a:cubicBezTo>
                  <a:cubicBezTo>
                    <a:pt x="-3175" y="143598"/>
                    <a:pt x="-3175" y="52158"/>
                    <a:pt x="9525" y="25488"/>
                  </a:cubicBezTo>
                  <a:cubicBezTo>
                    <a:pt x="14605" y="11518"/>
                    <a:pt x="28575" y="-1182"/>
                    <a:pt x="37465" y="88"/>
                  </a:cubicBezTo>
                  <a:cubicBezTo>
                    <a:pt x="45085" y="88"/>
                    <a:pt x="60325" y="25488"/>
                    <a:pt x="60325" y="25488"/>
                  </a:cubicBezTo>
                </a:path>
              </a:pathLst>
            </a:custGeom>
            <a:solidFill>
              <a:srgbClr val="0571D3"/>
            </a:solidFill>
            <a:ln cap="sq">
              <a:noFill/>
              <a:prstDash val="solid"/>
              <a:miter/>
            </a:ln>
          </p:spPr>
          <p:txBody>
            <a:bodyPr/>
            <a:lstStyle/>
            <a:p>
              <a:endParaRPr lang="en-CA"/>
            </a:p>
          </p:txBody>
        </p:sp>
      </p:grpSp>
      <p:grpSp>
        <p:nvGrpSpPr>
          <p:cNvPr id="32" name="Group 32"/>
          <p:cNvGrpSpPr/>
          <p:nvPr/>
        </p:nvGrpSpPr>
        <p:grpSpPr>
          <a:xfrm>
            <a:off x="8003197" y="8046189"/>
            <a:ext cx="110691" cy="428006"/>
            <a:chOff x="0" y="0"/>
            <a:chExt cx="152400" cy="589280"/>
          </a:xfrm>
        </p:grpSpPr>
        <p:sp>
          <p:nvSpPr>
            <p:cNvPr id="33" name="Freeform 33"/>
            <p:cNvSpPr/>
            <p:nvPr/>
          </p:nvSpPr>
          <p:spPr>
            <a:xfrm>
              <a:off x="32223" y="50800"/>
              <a:ext cx="69377" cy="487843"/>
            </a:xfrm>
            <a:custGeom>
              <a:avLst/>
              <a:gdLst/>
              <a:ahLst/>
              <a:cxnLst/>
              <a:rect l="l" t="t" r="r" b="b"/>
              <a:pathLst>
                <a:path w="69377" h="487843">
                  <a:moveTo>
                    <a:pt x="69377" y="25400"/>
                  </a:moveTo>
                  <a:cubicBezTo>
                    <a:pt x="61757" y="478790"/>
                    <a:pt x="50327" y="488950"/>
                    <a:pt x="41437" y="487680"/>
                  </a:cubicBezTo>
                  <a:cubicBezTo>
                    <a:pt x="33817" y="487680"/>
                    <a:pt x="18577" y="468630"/>
                    <a:pt x="18577" y="459740"/>
                  </a:cubicBezTo>
                  <a:cubicBezTo>
                    <a:pt x="17307" y="453390"/>
                    <a:pt x="24927" y="443230"/>
                    <a:pt x="31277" y="440690"/>
                  </a:cubicBezTo>
                  <a:cubicBezTo>
                    <a:pt x="38897" y="436880"/>
                    <a:pt x="56677" y="439420"/>
                    <a:pt x="61757" y="445770"/>
                  </a:cubicBezTo>
                  <a:cubicBezTo>
                    <a:pt x="66837" y="450850"/>
                    <a:pt x="69377" y="468630"/>
                    <a:pt x="65567" y="476250"/>
                  </a:cubicBezTo>
                  <a:cubicBezTo>
                    <a:pt x="61757" y="482600"/>
                    <a:pt x="51597" y="488950"/>
                    <a:pt x="45247" y="487680"/>
                  </a:cubicBezTo>
                  <a:cubicBezTo>
                    <a:pt x="36357" y="487680"/>
                    <a:pt x="24927" y="478790"/>
                    <a:pt x="18577" y="462280"/>
                  </a:cubicBezTo>
                  <a:cubicBezTo>
                    <a:pt x="-5553" y="407670"/>
                    <a:pt x="-6823" y="81280"/>
                    <a:pt x="18577" y="25400"/>
                  </a:cubicBezTo>
                  <a:cubicBezTo>
                    <a:pt x="24927" y="8890"/>
                    <a:pt x="37627" y="0"/>
                    <a:pt x="46517" y="0"/>
                  </a:cubicBezTo>
                  <a:cubicBezTo>
                    <a:pt x="54137" y="1270"/>
                    <a:pt x="69377" y="25400"/>
                    <a:pt x="69377" y="25400"/>
                  </a:cubicBezTo>
                </a:path>
              </a:pathLst>
            </a:custGeom>
            <a:solidFill>
              <a:srgbClr val="0571D3"/>
            </a:solidFill>
            <a:ln cap="sq">
              <a:noFill/>
              <a:prstDash val="solid"/>
              <a:miter/>
            </a:ln>
          </p:spPr>
          <p:txBody>
            <a:bodyPr/>
            <a:lstStyle/>
            <a:p>
              <a:endParaRPr lang="en-CA"/>
            </a:p>
          </p:txBody>
        </p:sp>
      </p:grpSp>
      <p:grpSp>
        <p:nvGrpSpPr>
          <p:cNvPr id="34" name="Group 34"/>
          <p:cNvGrpSpPr/>
          <p:nvPr/>
        </p:nvGrpSpPr>
        <p:grpSpPr>
          <a:xfrm>
            <a:off x="8003197" y="7808203"/>
            <a:ext cx="137441" cy="110691"/>
            <a:chOff x="0" y="0"/>
            <a:chExt cx="189230" cy="152400"/>
          </a:xfrm>
        </p:grpSpPr>
        <p:sp>
          <p:nvSpPr>
            <p:cNvPr id="35" name="Freeform 35"/>
            <p:cNvSpPr/>
            <p:nvPr/>
          </p:nvSpPr>
          <p:spPr>
            <a:xfrm>
              <a:off x="50726" y="50800"/>
              <a:ext cx="86434" cy="54465"/>
            </a:xfrm>
            <a:custGeom>
              <a:avLst/>
              <a:gdLst/>
              <a:ahLst/>
              <a:cxnLst/>
              <a:rect l="l" t="t" r="r" b="b"/>
              <a:pathLst>
                <a:path w="86434" h="54465">
                  <a:moveTo>
                    <a:pt x="25474" y="0"/>
                  </a:moveTo>
                  <a:cubicBezTo>
                    <a:pt x="87704" y="19050"/>
                    <a:pt x="86434" y="35560"/>
                    <a:pt x="80084" y="41910"/>
                  </a:cubicBezTo>
                  <a:cubicBezTo>
                    <a:pt x="75004" y="48260"/>
                    <a:pt x="58494" y="52070"/>
                    <a:pt x="50874" y="48260"/>
                  </a:cubicBezTo>
                  <a:cubicBezTo>
                    <a:pt x="44524" y="46990"/>
                    <a:pt x="36904" y="36830"/>
                    <a:pt x="35634" y="30480"/>
                  </a:cubicBezTo>
                  <a:cubicBezTo>
                    <a:pt x="35634" y="22860"/>
                    <a:pt x="38174" y="11430"/>
                    <a:pt x="43254" y="7620"/>
                  </a:cubicBezTo>
                  <a:cubicBezTo>
                    <a:pt x="49604" y="2540"/>
                    <a:pt x="67384" y="0"/>
                    <a:pt x="75004" y="3810"/>
                  </a:cubicBezTo>
                  <a:cubicBezTo>
                    <a:pt x="81354" y="7620"/>
                    <a:pt x="86434" y="17780"/>
                    <a:pt x="86434" y="24130"/>
                  </a:cubicBezTo>
                  <a:cubicBezTo>
                    <a:pt x="86434" y="33020"/>
                    <a:pt x="77544" y="44450"/>
                    <a:pt x="69924" y="49530"/>
                  </a:cubicBezTo>
                  <a:cubicBezTo>
                    <a:pt x="58494" y="55880"/>
                    <a:pt x="36904" y="55880"/>
                    <a:pt x="25474" y="50800"/>
                  </a:cubicBezTo>
                  <a:cubicBezTo>
                    <a:pt x="14044" y="46990"/>
                    <a:pt x="-1196" y="31750"/>
                    <a:pt x="74" y="22860"/>
                  </a:cubicBezTo>
                  <a:cubicBezTo>
                    <a:pt x="74" y="13970"/>
                    <a:pt x="25474" y="0"/>
                    <a:pt x="25474" y="0"/>
                  </a:cubicBezTo>
                </a:path>
              </a:pathLst>
            </a:custGeom>
            <a:solidFill>
              <a:srgbClr val="0571D3"/>
            </a:solidFill>
            <a:ln cap="sq">
              <a:noFill/>
              <a:prstDash val="solid"/>
              <a:miter/>
            </a:ln>
          </p:spPr>
          <p:txBody>
            <a:bodyPr/>
            <a:lstStyle/>
            <a:p>
              <a:endParaRPr lang="en-CA"/>
            </a:p>
          </p:txBody>
        </p:sp>
      </p:grpSp>
      <p:grpSp>
        <p:nvGrpSpPr>
          <p:cNvPr id="36" name="Group 36"/>
          <p:cNvGrpSpPr/>
          <p:nvPr/>
        </p:nvGrpSpPr>
        <p:grpSpPr>
          <a:xfrm>
            <a:off x="8111121" y="7756547"/>
            <a:ext cx="449221" cy="661379"/>
            <a:chOff x="0" y="0"/>
            <a:chExt cx="618490" cy="910590"/>
          </a:xfrm>
        </p:grpSpPr>
        <p:sp>
          <p:nvSpPr>
            <p:cNvPr id="37" name="Freeform 37"/>
            <p:cNvSpPr/>
            <p:nvPr/>
          </p:nvSpPr>
          <p:spPr>
            <a:xfrm>
              <a:off x="47415" y="50514"/>
              <a:ext cx="535914" cy="810704"/>
            </a:xfrm>
            <a:custGeom>
              <a:avLst/>
              <a:gdLst/>
              <a:ahLst/>
              <a:cxnLst/>
              <a:rect l="l" t="t" r="r" b="b"/>
              <a:pathLst>
                <a:path w="535914" h="810704">
                  <a:moveTo>
                    <a:pt x="484715" y="12986"/>
                  </a:moveTo>
                  <a:cubicBezTo>
                    <a:pt x="535515" y="246666"/>
                    <a:pt x="550755" y="694976"/>
                    <a:pt x="520275" y="769906"/>
                  </a:cubicBezTo>
                  <a:cubicBezTo>
                    <a:pt x="512655" y="787686"/>
                    <a:pt x="505035" y="791496"/>
                    <a:pt x="491065" y="797846"/>
                  </a:cubicBezTo>
                  <a:cubicBezTo>
                    <a:pt x="468205" y="809276"/>
                    <a:pt x="430105" y="813086"/>
                    <a:pt x="385655" y="809276"/>
                  </a:cubicBezTo>
                  <a:cubicBezTo>
                    <a:pt x="304375" y="801656"/>
                    <a:pt x="93555" y="735616"/>
                    <a:pt x="44025" y="703866"/>
                  </a:cubicBezTo>
                  <a:cubicBezTo>
                    <a:pt x="27515" y="693706"/>
                    <a:pt x="22435" y="688626"/>
                    <a:pt x="16085" y="673386"/>
                  </a:cubicBezTo>
                  <a:cubicBezTo>
                    <a:pt x="4655" y="647986"/>
                    <a:pt x="-5505" y="584486"/>
                    <a:pt x="3385" y="551466"/>
                  </a:cubicBezTo>
                  <a:cubicBezTo>
                    <a:pt x="9735" y="523526"/>
                    <a:pt x="26245" y="500666"/>
                    <a:pt x="49105" y="484156"/>
                  </a:cubicBezTo>
                  <a:cubicBezTo>
                    <a:pt x="78315" y="462566"/>
                    <a:pt x="129115" y="451136"/>
                    <a:pt x="168485" y="443516"/>
                  </a:cubicBezTo>
                  <a:cubicBezTo>
                    <a:pt x="205315" y="435896"/>
                    <a:pt x="256115" y="429546"/>
                    <a:pt x="278975" y="435896"/>
                  </a:cubicBezTo>
                  <a:cubicBezTo>
                    <a:pt x="291675" y="439706"/>
                    <a:pt x="301835" y="446056"/>
                    <a:pt x="304375" y="453676"/>
                  </a:cubicBezTo>
                  <a:cubicBezTo>
                    <a:pt x="305645" y="461296"/>
                    <a:pt x="294215" y="481616"/>
                    <a:pt x="286595" y="485426"/>
                  </a:cubicBezTo>
                  <a:cubicBezTo>
                    <a:pt x="280245" y="489236"/>
                    <a:pt x="268815" y="485426"/>
                    <a:pt x="263735" y="480346"/>
                  </a:cubicBezTo>
                  <a:cubicBezTo>
                    <a:pt x="258655" y="475266"/>
                    <a:pt x="252305" y="465106"/>
                    <a:pt x="254845" y="458756"/>
                  </a:cubicBezTo>
                  <a:cubicBezTo>
                    <a:pt x="257385" y="449866"/>
                    <a:pt x="275165" y="435896"/>
                    <a:pt x="284055" y="435896"/>
                  </a:cubicBezTo>
                  <a:cubicBezTo>
                    <a:pt x="292945" y="437166"/>
                    <a:pt x="304375" y="451136"/>
                    <a:pt x="305645" y="458756"/>
                  </a:cubicBezTo>
                  <a:cubicBezTo>
                    <a:pt x="305645" y="466376"/>
                    <a:pt x="300565" y="477806"/>
                    <a:pt x="289135" y="485426"/>
                  </a:cubicBezTo>
                  <a:cubicBezTo>
                    <a:pt x="259925" y="504476"/>
                    <a:pt x="124035" y="496856"/>
                    <a:pt x="85935" y="517176"/>
                  </a:cubicBezTo>
                  <a:cubicBezTo>
                    <a:pt x="66885" y="527336"/>
                    <a:pt x="57995" y="538766"/>
                    <a:pt x="51645" y="556546"/>
                  </a:cubicBezTo>
                  <a:cubicBezTo>
                    <a:pt x="42755" y="581946"/>
                    <a:pt x="44025" y="641636"/>
                    <a:pt x="61805" y="660686"/>
                  </a:cubicBezTo>
                  <a:cubicBezTo>
                    <a:pt x="77045" y="678466"/>
                    <a:pt x="107525" y="667036"/>
                    <a:pt x="140545" y="674656"/>
                  </a:cubicBezTo>
                  <a:cubicBezTo>
                    <a:pt x="200235" y="691166"/>
                    <a:pt x="322155" y="749586"/>
                    <a:pt x="384385" y="758476"/>
                  </a:cubicBezTo>
                  <a:cubicBezTo>
                    <a:pt x="421215" y="763556"/>
                    <a:pt x="455505" y="777526"/>
                    <a:pt x="477095" y="753396"/>
                  </a:cubicBezTo>
                  <a:cubicBezTo>
                    <a:pt x="534245" y="692436"/>
                    <a:pt x="484715" y="250476"/>
                    <a:pt x="466935" y="129826"/>
                  </a:cubicBezTo>
                  <a:cubicBezTo>
                    <a:pt x="459315" y="79026"/>
                    <a:pt x="432645" y="46006"/>
                    <a:pt x="436455" y="24416"/>
                  </a:cubicBezTo>
                  <a:cubicBezTo>
                    <a:pt x="438995" y="12986"/>
                    <a:pt x="446615" y="2826"/>
                    <a:pt x="452965" y="286"/>
                  </a:cubicBezTo>
                  <a:cubicBezTo>
                    <a:pt x="461855" y="-2254"/>
                    <a:pt x="484715" y="12986"/>
                    <a:pt x="484715" y="12986"/>
                  </a:cubicBezTo>
                </a:path>
              </a:pathLst>
            </a:custGeom>
            <a:solidFill>
              <a:srgbClr val="0571D3"/>
            </a:solidFill>
            <a:ln cap="sq">
              <a:noFill/>
              <a:prstDash val="solid"/>
              <a:miter/>
            </a:ln>
          </p:spPr>
          <p:txBody>
            <a:bodyPr/>
            <a:lstStyle/>
            <a:p>
              <a:endParaRPr lang="en-CA"/>
            </a:p>
          </p:txBody>
        </p:sp>
      </p:grpSp>
      <p:grpSp>
        <p:nvGrpSpPr>
          <p:cNvPr id="38" name="Group 38"/>
          <p:cNvGrpSpPr/>
          <p:nvPr/>
        </p:nvGrpSpPr>
        <p:grpSpPr>
          <a:xfrm>
            <a:off x="7209911" y="8020361"/>
            <a:ext cx="110691" cy="137441"/>
            <a:chOff x="0" y="0"/>
            <a:chExt cx="152400" cy="189230"/>
          </a:xfrm>
        </p:grpSpPr>
        <p:sp>
          <p:nvSpPr>
            <p:cNvPr id="39" name="Freeform 39"/>
            <p:cNvSpPr/>
            <p:nvPr/>
          </p:nvSpPr>
          <p:spPr>
            <a:xfrm>
              <a:off x="50800" y="50800"/>
              <a:ext cx="54034" cy="86434"/>
            </a:xfrm>
            <a:custGeom>
              <a:avLst/>
              <a:gdLst/>
              <a:ahLst/>
              <a:cxnLst/>
              <a:rect l="l" t="t" r="r" b="b"/>
              <a:pathLst>
                <a:path w="54034" h="86434">
                  <a:moveTo>
                    <a:pt x="0" y="60960"/>
                  </a:moveTo>
                  <a:cubicBezTo>
                    <a:pt x="17780" y="-1270"/>
                    <a:pt x="35560" y="0"/>
                    <a:pt x="41910" y="5080"/>
                  </a:cubicBezTo>
                  <a:cubicBezTo>
                    <a:pt x="46990" y="11430"/>
                    <a:pt x="50800" y="27940"/>
                    <a:pt x="48260" y="35560"/>
                  </a:cubicBezTo>
                  <a:cubicBezTo>
                    <a:pt x="45720" y="41910"/>
                    <a:pt x="35560" y="48260"/>
                    <a:pt x="29210" y="49530"/>
                  </a:cubicBezTo>
                  <a:cubicBezTo>
                    <a:pt x="21590" y="50800"/>
                    <a:pt x="11430" y="48260"/>
                    <a:pt x="6350" y="41910"/>
                  </a:cubicBezTo>
                  <a:cubicBezTo>
                    <a:pt x="1270" y="35560"/>
                    <a:pt x="0" y="19050"/>
                    <a:pt x="2540" y="11430"/>
                  </a:cubicBezTo>
                  <a:cubicBezTo>
                    <a:pt x="6350" y="5080"/>
                    <a:pt x="16510" y="0"/>
                    <a:pt x="24130" y="0"/>
                  </a:cubicBezTo>
                  <a:cubicBezTo>
                    <a:pt x="31750" y="0"/>
                    <a:pt x="44450" y="7620"/>
                    <a:pt x="49530" y="16510"/>
                  </a:cubicBezTo>
                  <a:cubicBezTo>
                    <a:pt x="54610" y="27940"/>
                    <a:pt x="55880" y="49530"/>
                    <a:pt x="50800" y="60960"/>
                  </a:cubicBezTo>
                  <a:cubicBezTo>
                    <a:pt x="45720" y="72390"/>
                    <a:pt x="30480" y="87630"/>
                    <a:pt x="21590" y="86360"/>
                  </a:cubicBezTo>
                  <a:cubicBezTo>
                    <a:pt x="13970" y="86360"/>
                    <a:pt x="0" y="60960"/>
                    <a:pt x="0" y="60960"/>
                  </a:cubicBezTo>
                </a:path>
              </a:pathLst>
            </a:custGeom>
            <a:solidFill>
              <a:srgbClr val="0571D3"/>
            </a:solidFill>
            <a:ln cap="sq">
              <a:noFill/>
              <a:prstDash val="solid"/>
              <a:miter/>
            </a:ln>
          </p:spPr>
          <p:txBody>
            <a:bodyPr/>
            <a:lstStyle/>
            <a:p>
              <a:endParaRPr lang="en-CA"/>
            </a:p>
          </p:txBody>
        </p:sp>
      </p:grpSp>
      <p:grpSp>
        <p:nvGrpSpPr>
          <p:cNvPr id="40" name="Group 40"/>
          <p:cNvGrpSpPr/>
          <p:nvPr/>
        </p:nvGrpSpPr>
        <p:grpSpPr>
          <a:xfrm>
            <a:off x="3256393" y="4474556"/>
            <a:ext cx="613413" cy="3006186"/>
            <a:chOff x="0" y="0"/>
            <a:chExt cx="844550" cy="4138930"/>
          </a:xfrm>
        </p:grpSpPr>
        <p:sp>
          <p:nvSpPr>
            <p:cNvPr id="41" name="Freeform 41"/>
            <p:cNvSpPr/>
            <p:nvPr/>
          </p:nvSpPr>
          <p:spPr>
            <a:xfrm>
              <a:off x="39717" y="38085"/>
              <a:ext cx="755258" cy="4050369"/>
            </a:xfrm>
            <a:custGeom>
              <a:avLst/>
              <a:gdLst/>
              <a:ahLst/>
              <a:cxnLst/>
              <a:rect l="l" t="t" r="r" b="b"/>
              <a:pathLst>
                <a:path w="755258" h="4050369">
                  <a:moveTo>
                    <a:pt x="145703" y="4027185"/>
                  </a:moveTo>
                  <a:cubicBezTo>
                    <a:pt x="63153" y="3935745"/>
                    <a:pt x="50453" y="3902725"/>
                    <a:pt x="39023" y="3869705"/>
                  </a:cubicBezTo>
                  <a:cubicBezTo>
                    <a:pt x="28863" y="3834145"/>
                    <a:pt x="22513" y="3808745"/>
                    <a:pt x="17433" y="3757945"/>
                  </a:cubicBezTo>
                  <a:cubicBezTo>
                    <a:pt x="6003" y="3648725"/>
                    <a:pt x="-11777" y="3364245"/>
                    <a:pt x="11083" y="3241055"/>
                  </a:cubicBezTo>
                  <a:cubicBezTo>
                    <a:pt x="25053" y="3168665"/>
                    <a:pt x="63153" y="3162315"/>
                    <a:pt x="79663" y="3075955"/>
                  </a:cubicBezTo>
                  <a:cubicBezTo>
                    <a:pt x="133003" y="2818145"/>
                    <a:pt x="41563" y="1682765"/>
                    <a:pt x="92363" y="1468135"/>
                  </a:cubicBezTo>
                  <a:cubicBezTo>
                    <a:pt x="105063" y="1410985"/>
                    <a:pt x="131733" y="1402095"/>
                    <a:pt x="141893" y="1366535"/>
                  </a:cubicBezTo>
                  <a:cubicBezTo>
                    <a:pt x="153323" y="1328435"/>
                    <a:pt x="154593" y="1305575"/>
                    <a:pt x="158403" y="1245885"/>
                  </a:cubicBezTo>
                  <a:cubicBezTo>
                    <a:pt x="169833" y="1071895"/>
                    <a:pt x="110143" y="421655"/>
                    <a:pt x="157133" y="214645"/>
                  </a:cubicBezTo>
                  <a:cubicBezTo>
                    <a:pt x="178723" y="120665"/>
                    <a:pt x="205393" y="47005"/>
                    <a:pt x="252383" y="17795"/>
                  </a:cubicBezTo>
                  <a:cubicBezTo>
                    <a:pt x="287943" y="-6335"/>
                    <a:pt x="351443" y="-3795"/>
                    <a:pt x="385733" y="12715"/>
                  </a:cubicBezTo>
                  <a:cubicBezTo>
                    <a:pt x="418753" y="29225"/>
                    <a:pt x="428913" y="88915"/>
                    <a:pt x="458123" y="109235"/>
                  </a:cubicBezTo>
                  <a:cubicBezTo>
                    <a:pt x="483523" y="127015"/>
                    <a:pt x="511463" y="130825"/>
                    <a:pt x="544483" y="137175"/>
                  </a:cubicBezTo>
                  <a:cubicBezTo>
                    <a:pt x="582583" y="143525"/>
                    <a:pt x="642273" y="133365"/>
                    <a:pt x="675293" y="139715"/>
                  </a:cubicBezTo>
                  <a:cubicBezTo>
                    <a:pt x="696883" y="143525"/>
                    <a:pt x="712123" y="147335"/>
                    <a:pt x="726093" y="157495"/>
                  </a:cubicBezTo>
                  <a:cubicBezTo>
                    <a:pt x="738793" y="167655"/>
                    <a:pt x="751493" y="185435"/>
                    <a:pt x="754033" y="201945"/>
                  </a:cubicBezTo>
                  <a:cubicBezTo>
                    <a:pt x="757843" y="223535"/>
                    <a:pt x="748953" y="261635"/>
                    <a:pt x="736253" y="278145"/>
                  </a:cubicBezTo>
                  <a:cubicBezTo>
                    <a:pt x="726093" y="293385"/>
                    <a:pt x="707043" y="302275"/>
                    <a:pt x="690533" y="304815"/>
                  </a:cubicBezTo>
                  <a:cubicBezTo>
                    <a:pt x="674023" y="308625"/>
                    <a:pt x="652433" y="306085"/>
                    <a:pt x="637193" y="298465"/>
                  </a:cubicBezTo>
                  <a:cubicBezTo>
                    <a:pt x="621953" y="290845"/>
                    <a:pt x="605443" y="278145"/>
                    <a:pt x="599093" y="260365"/>
                  </a:cubicBezTo>
                  <a:cubicBezTo>
                    <a:pt x="591473" y="241315"/>
                    <a:pt x="588933" y="203215"/>
                    <a:pt x="600363" y="182895"/>
                  </a:cubicBezTo>
                  <a:cubicBezTo>
                    <a:pt x="611793" y="162575"/>
                    <a:pt x="643543" y="142255"/>
                    <a:pt x="666403" y="139715"/>
                  </a:cubicBezTo>
                  <a:cubicBezTo>
                    <a:pt x="689263" y="138445"/>
                    <a:pt x="723553" y="152415"/>
                    <a:pt x="738793" y="170195"/>
                  </a:cubicBezTo>
                  <a:cubicBezTo>
                    <a:pt x="752763" y="187975"/>
                    <a:pt x="757843" y="226075"/>
                    <a:pt x="754033" y="247665"/>
                  </a:cubicBezTo>
                  <a:cubicBezTo>
                    <a:pt x="750223" y="264175"/>
                    <a:pt x="736253" y="280685"/>
                    <a:pt x="723553" y="290845"/>
                  </a:cubicBezTo>
                  <a:cubicBezTo>
                    <a:pt x="709583" y="301005"/>
                    <a:pt x="695613" y="303545"/>
                    <a:pt x="672753" y="307355"/>
                  </a:cubicBezTo>
                  <a:cubicBezTo>
                    <a:pt x="628303" y="312435"/>
                    <a:pt x="531783" y="313705"/>
                    <a:pt x="473363" y="295925"/>
                  </a:cubicBezTo>
                  <a:cubicBezTo>
                    <a:pt x="421293" y="280685"/>
                    <a:pt x="356523" y="247665"/>
                    <a:pt x="337473" y="213375"/>
                  </a:cubicBezTo>
                  <a:cubicBezTo>
                    <a:pt x="324773" y="190515"/>
                    <a:pt x="340013" y="134635"/>
                    <a:pt x="337473" y="134635"/>
                  </a:cubicBezTo>
                  <a:cubicBezTo>
                    <a:pt x="333663" y="133365"/>
                    <a:pt x="322233" y="172735"/>
                    <a:pt x="317153" y="214645"/>
                  </a:cubicBezTo>
                  <a:cubicBezTo>
                    <a:pt x="298103" y="365775"/>
                    <a:pt x="322233" y="1076975"/>
                    <a:pt x="310803" y="1254775"/>
                  </a:cubicBezTo>
                  <a:cubicBezTo>
                    <a:pt x="305723" y="1315735"/>
                    <a:pt x="306993" y="1339865"/>
                    <a:pt x="294293" y="1377965"/>
                  </a:cubicBezTo>
                  <a:cubicBezTo>
                    <a:pt x="281593" y="1414795"/>
                    <a:pt x="251113" y="1422415"/>
                    <a:pt x="235873" y="1479565"/>
                  </a:cubicBezTo>
                  <a:cubicBezTo>
                    <a:pt x="181263" y="1689115"/>
                    <a:pt x="257463" y="2851165"/>
                    <a:pt x="243493" y="3058175"/>
                  </a:cubicBezTo>
                  <a:cubicBezTo>
                    <a:pt x="239683" y="3108975"/>
                    <a:pt x="240953" y="3121675"/>
                    <a:pt x="229523" y="3152155"/>
                  </a:cubicBezTo>
                  <a:cubicBezTo>
                    <a:pt x="218093" y="3183905"/>
                    <a:pt x="183803" y="3197875"/>
                    <a:pt x="171103" y="3243595"/>
                  </a:cubicBezTo>
                  <a:cubicBezTo>
                    <a:pt x="141893" y="3345195"/>
                    <a:pt x="163483" y="3674125"/>
                    <a:pt x="174913" y="3774455"/>
                  </a:cubicBezTo>
                  <a:cubicBezTo>
                    <a:pt x="179993" y="3815095"/>
                    <a:pt x="179993" y="3832875"/>
                    <a:pt x="192693" y="3858275"/>
                  </a:cubicBezTo>
                  <a:cubicBezTo>
                    <a:pt x="207933" y="3886215"/>
                    <a:pt x="253653" y="3911615"/>
                    <a:pt x="266353" y="3933205"/>
                  </a:cubicBezTo>
                  <a:cubicBezTo>
                    <a:pt x="273973" y="3945905"/>
                    <a:pt x="276513" y="3956065"/>
                    <a:pt x="277783" y="3968765"/>
                  </a:cubicBezTo>
                  <a:cubicBezTo>
                    <a:pt x="277783" y="3980195"/>
                    <a:pt x="276513" y="3992895"/>
                    <a:pt x="271433" y="4004325"/>
                  </a:cubicBezTo>
                  <a:cubicBezTo>
                    <a:pt x="263813" y="4018295"/>
                    <a:pt x="246033" y="4036075"/>
                    <a:pt x="232063" y="4043695"/>
                  </a:cubicBezTo>
                  <a:cubicBezTo>
                    <a:pt x="220633" y="4048775"/>
                    <a:pt x="209203" y="4051315"/>
                    <a:pt x="195233" y="4050045"/>
                  </a:cubicBezTo>
                  <a:cubicBezTo>
                    <a:pt x="179993" y="4048775"/>
                    <a:pt x="145703" y="4027185"/>
                    <a:pt x="145703" y="4027185"/>
                  </a:cubicBezTo>
                </a:path>
              </a:pathLst>
            </a:custGeom>
            <a:solidFill>
              <a:srgbClr val="0571D3"/>
            </a:solidFill>
            <a:ln cap="sq">
              <a:noFill/>
              <a:prstDash val="solid"/>
              <a:miter/>
            </a:ln>
          </p:spPr>
          <p:txBody>
            <a:bodyPr/>
            <a:lstStyle/>
            <a:p>
              <a:endParaRPr lang="en-CA"/>
            </a:p>
          </p:txBody>
        </p:sp>
      </p:grpSp>
      <p:grpSp>
        <p:nvGrpSpPr>
          <p:cNvPr id="42" name="Group 42"/>
          <p:cNvGrpSpPr/>
          <p:nvPr/>
        </p:nvGrpSpPr>
        <p:grpSpPr>
          <a:xfrm>
            <a:off x="3412283" y="4597238"/>
            <a:ext cx="881839" cy="2941616"/>
            <a:chOff x="0" y="0"/>
            <a:chExt cx="1214120" cy="4050030"/>
          </a:xfrm>
        </p:grpSpPr>
        <p:sp>
          <p:nvSpPr>
            <p:cNvPr id="43" name="Freeform 43"/>
            <p:cNvSpPr/>
            <p:nvPr/>
          </p:nvSpPr>
          <p:spPr>
            <a:xfrm>
              <a:off x="49757" y="50800"/>
              <a:ext cx="1132962" cy="3953647"/>
            </a:xfrm>
            <a:custGeom>
              <a:avLst/>
              <a:gdLst/>
              <a:ahLst/>
              <a:cxnLst/>
              <a:rect l="l" t="t" r="r" b="b"/>
              <a:pathLst>
                <a:path w="1132962" h="3953647">
                  <a:moveTo>
                    <a:pt x="484913" y="0"/>
                  </a:moveTo>
                  <a:cubicBezTo>
                    <a:pt x="643663" y="8890"/>
                    <a:pt x="713513" y="17780"/>
                    <a:pt x="769393" y="43180"/>
                  </a:cubicBezTo>
                  <a:cubicBezTo>
                    <a:pt x="831623" y="71120"/>
                    <a:pt x="906553" y="118110"/>
                    <a:pt x="943383" y="165100"/>
                  </a:cubicBezTo>
                  <a:cubicBezTo>
                    <a:pt x="972593" y="199390"/>
                    <a:pt x="976403" y="233680"/>
                    <a:pt x="991643" y="279400"/>
                  </a:cubicBezTo>
                  <a:cubicBezTo>
                    <a:pt x="1013233" y="349250"/>
                    <a:pt x="1039903" y="439420"/>
                    <a:pt x="1055143" y="541020"/>
                  </a:cubicBezTo>
                  <a:cubicBezTo>
                    <a:pt x="1074193" y="679450"/>
                    <a:pt x="1071653" y="842010"/>
                    <a:pt x="1074193" y="1033780"/>
                  </a:cubicBezTo>
                  <a:cubicBezTo>
                    <a:pt x="1078003" y="1300480"/>
                    <a:pt x="1044983" y="1795780"/>
                    <a:pt x="1062763" y="1995170"/>
                  </a:cubicBezTo>
                  <a:cubicBezTo>
                    <a:pt x="1071653" y="2086610"/>
                    <a:pt x="1093243" y="2095500"/>
                    <a:pt x="1102133" y="2194560"/>
                  </a:cubicBezTo>
                  <a:cubicBezTo>
                    <a:pt x="1130073" y="2465070"/>
                    <a:pt x="1149123" y="3552190"/>
                    <a:pt x="1113563" y="3733800"/>
                  </a:cubicBezTo>
                  <a:cubicBezTo>
                    <a:pt x="1104673" y="3774440"/>
                    <a:pt x="1097053" y="3780790"/>
                    <a:pt x="1083083" y="3804920"/>
                  </a:cubicBezTo>
                  <a:cubicBezTo>
                    <a:pt x="1066573" y="3832860"/>
                    <a:pt x="1051333" y="3865880"/>
                    <a:pt x="1019583" y="3887470"/>
                  </a:cubicBezTo>
                  <a:cubicBezTo>
                    <a:pt x="973863" y="3919220"/>
                    <a:pt x="896393" y="3933190"/>
                    <a:pt x="812573" y="3944620"/>
                  </a:cubicBezTo>
                  <a:cubicBezTo>
                    <a:pt x="686843" y="3962400"/>
                    <a:pt x="453163" y="3948430"/>
                    <a:pt x="329973" y="3948430"/>
                  </a:cubicBezTo>
                  <a:cubicBezTo>
                    <a:pt x="255043" y="3948430"/>
                    <a:pt x="197893" y="3958590"/>
                    <a:pt x="145823" y="3947160"/>
                  </a:cubicBezTo>
                  <a:cubicBezTo>
                    <a:pt x="106453" y="3938270"/>
                    <a:pt x="69623" y="3923030"/>
                    <a:pt x="44223" y="3901440"/>
                  </a:cubicBezTo>
                  <a:cubicBezTo>
                    <a:pt x="23903" y="3883660"/>
                    <a:pt x="3583" y="3858260"/>
                    <a:pt x="1043" y="3835400"/>
                  </a:cubicBezTo>
                  <a:cubicBezTo>
                    <a:pt x="-1497" y="3812540"/>
                    <a:pt x="16283" y="3778250"/>
                    <a:pt x="31523" y="3763010"/>
                  </a:cubicBezTo>
                  <a:cubicBezTo>
                    <a:pt x="44223" y="3750310"/>
                    <a:pt x="64543" y="3743960"/>
                    <a:pt x="82323" y="3743960"/>
                  </a:cubicBezTo>
                  <a:cubicBezTo>
                    <a:pt x="98833" y="3742690"/>
                    <a:pt x="119153" y="3747770"/>
                    <a:pt x="133123" y="3759200"/>
                  </a:cubicBezTo>
                  <a:cubicBezTo>
                    <a:pt x="149633" y="3773170"/>
                    <a:pt x="169953" y="3806190"/>
                    <a:pt x="168683" y="3829050"/>
                  </a:cubicBezTo>
                  <a:cubicBezTo>
                    <a:pt x="168683" y="3851910"/>
                    <a:pt x="150903" y="3884930"/>
                    <a:pt x="130583" y="3898900"/>
                  </a:cubicBezTo>
                  <a:cubicBezTo>
                    <a:pt x="111533" y="3911600"/>
                    <a:pt x="73433" y="3914140"/>
                    <a:pt x="53113" y="3905250"/>
                  </a:cubicBezTo>
                  <a:cubicBezTo>
                    <a:pt x="31523" y="3896360"/>
                    <a:pt x="8663" y="3865880"/>
                    <a:pt x="2313" y="3844290"/>
                  </a:cubicBezTo>
                  <a:cubicBezTo>
                    <a:pt x="-2767" y="3827780"/>
                    <a:pt x="1043" y="3806190"/>
                    <a:pt x="8663" y="3790950"/>
                  </a:cubicBezTo>
                  <a:cubicBezTo>
                    <a:pt x="16283" y="3775710"/>
                    <a:pt x="31523" y="3760470"/>
                    <a:pt x="46763" y="3752850"/>
                  </a:cubicBezTo>
                  <a:cubicBezTo>
                    <a:pt x="62003" y="3745230"/>
                    <a:pt x="82323" y="3741420"/>
                    <a:pt x="100103" y="3745230"/>
                  </a:cubicBezTo>
                  <a:cubicBezTo>
                    <a:pt x="119153" y="3749040"/>
                    <a:pt x="124233" y="3771900"/>
                    <a:pt x="155983" y="3780790"/>
                  </a:cubicBezTo>
                  <a:cubicBezTo>
                    <a:pt x="263933" y="3812540"/>
                    <a:pt x="848133" y="3837940"/>
                    <a:pt x="930683" y="3766820"/>
                  </a:cubicBezTo>
                  <a:cubicBezTo>
                    <a:pt x="962433" y="3738880"/>
                    <a:pt x="944653" y="3713480"/>
                    <a:pt x="948463" y="3655060"/>
                  </a:cubicBezTo>
                  <a:cubicBezTo>
                    <a:pt x="966243" y="3441700"/>
                    <a:pt x="978943" y="2414270"/>
                    <a:pt x="957353" y="2164080"/>
                  </a:cubicBezTo>
                  <a:cubicBezTo>
                    <a:pt x="949733" y="2080260"/>
                    <a:pt x="934493" y="2078990"/>
                    <a:pt x="926873" y="1996440"/>
                  </a:cubicBezTo>
                  <a:cubicBezTo>
                    <a:pt x="906553" y="1772920"/>
                    <a:pt x="924333" y="957580"/>
                    <a:pt x="914173" y="739140"/>
                  </a:cubicBezTo>
                  <a:cubicBezTo>
                    <a:pt x="911633" y="661670"/>
                    <a:pt x="909093" y="637540"/>
                    <a:pt x="901473" y="582930"/>
                  </a:cubicBezTo>
                  <a:cubicBezTo>
                    <a:pt x="893853" y="521970"/>
                    <a:pt x="879883" y="444500"/>
                    <a:pt x="865913" y="392430"/>
                  </a:cubicBezTo>
                  <a:cubicBezTo>
                    <a:pt x="855753" y="353060"/>
                    <a:pt x="848133" y="323850"/>
                    <a:pt x="830353" y="293370"/>
                  </a:cubicBezTo>
                  <a:cubicBezTo>
                    <a:pt x="813843" y="265430"/>
                    <a:pt x="796063" y="238760"/>
                    <a:pt x="765583" y="217170"/>
                  </a:cubicBezTo>
                  <a:cubicBezTo>
                    <a:pt x="723673" y="189230"/>
                    <a:pt x="643663" y="163830"/>
                    <a:pt x="589053" y="153670"/>
                  </a:cubicBezTo>
                  <a:cubicBezTo>
                    <a:pt x="545873" y="146050"/>
                    <a:pt x="496343" y="162560"/>
                    <a:pt x="467133" y="153670"/>
                  </a:cubicBezTo>
                  <a:cubicBezTo>
                    <a:pt x="446813" y="147320"/>
                    <a:pt x="430303" y="137160"/>
                    <a:pt x="421413" y="121920"/>
                  </a:cubicBezTo>
                  <a:cubicBezTo>
                    <a:pt x="411253" y="104140"/>
                    <a:pt x="408713" y="68580"/>
                    <a:pt x="412523" y="50800"/>
                  </a:cubicBezTo>
                  <a:cubicBezTo>
                    <a:pt x="416333" y="36830"/>
                    <a:pt x="423953" y="27940"/>
                    <a:pt x="434113" y="20320"/>
                  </a:cubicBezTo>
                  <a:cubicBezTo>
                    <a:pt x="446813" y="10160"/>
                    <a:pt x="484913" y="0"/>
                    <a:pt x="484913" y="0"/>
                  </a:cubicBezTo>
                </a:path>
              </a:pathLst>
            </a:custGeom>
            <a:solidFill>
              <a:srgbClr val="0571D3"/>
            </a:solidFill>
            <a:ln cap="sq">
              <a:noFill/>
              <a:prstDash val="solid"/>
              <a:miter/>
            </a:ln>
          </p:spPr>
          <p:txBody>
            <a:bodyPr/>
            <a:lstStyle/>
            <a:p>
              <a:endParaRPr lang="en-CA"/>
            </a:p>
          </p:txBody>
        </p:sp>
      </p:grpSp>
      <p:grpSp>
        <p:nvGrpSpPr>
          <p:cNvPr id="44" name="Group 44"/>
          <p:cNvGrpSpPr/>
          <p:nvPr/>
        </p:nvGrpSpPr>
        <p:grpSpPr>
          <a:xfrm>
            <a:off x="3177987" y="4773422"/>
            <a:ext cx="973159" cy="2748829"/>
            <a:chOff x="0" y="0"/>
            <a:chExt cx="1339850" cy="3784600"/>
          </a:xfrm>
        </p:grpSpPr>
        <p:sp>
          <p:nvSpPr>
            <p:cNvPr id="45" name="Freeform 45"/>
            <p:cNvSpPr/>
            <p:nvPr/>
          </p:nvSpPr>
          <p:spPr>
            <a:xfrm>
              <a:off x="48279" y="47433"/>
              <a:ext cx="1255147" cy="3686559"/>
            </a:xfrm>
            <a:custGeom>
              <a:avLst/>
              <a:gdLst/>
              <a:ahLst/>
              <a:cxnLst/>
              <a:rect l="l" t="t" r="r" b="b"/>
              <a:pathLst>
                <a:path w="1255147" h="3686559">
                  <a:moveTo>
                    <a:pt x="336531" y="57977"/>
                  </a:moveTo>
                  <a:cubicBezTo>
                    <a:pt x="521951" y="54167"/>
                    <a:pt x="554971" y="26227"/>
                    <a:pt x="589261" y="17337"/>
                  </a:cubicBezTo>
                  <a:cubicBezTo>
                    <a:pt x="619741" y="8447"/>
                    <a:pt x="650221" y="-6793"/>
                    <a:pt x="675621" y="3367"/>
                  </a:cubicBezTo>
                  <a:cubicBezTo>
                    <a:pt x="703561" y="14797"/>
                    <a:pt x="741661" y="59247"/>
                    <a:pt x="746741" y="94807"/>
                  </a:cubicBezTo>
                  <a:cubicBezTo>
                    <a:pt x="751821" y="132907"/>
                    <a:pt x="718801" y="183707"/>
                    <a:pt x="694671" y="224347"/>
                  </a:cubicBezTo>
                  <a:cubicBezTo>
                    <a:pt x="669271" y="267527"/>
                    <a:pt x="627361" y="301817"/>
                    <a:pt x="599421" y="344997"/>
                  </a:cubicBezTo>
                  <a:cubicBezTo>
                    <a:pt x="570211" y="389447"/>
                    <a:pt x="546081" y="460567"/>
                    <a:pt x="521951" y="488507"/>
                  </a:cubicBezTo>
                  <a:cubicBezTo>
                    <a:pt x="507981" y="503747"/>
                    <a:pt x="495281" y="512637"/>
                    <a:pt x="482581" y="517717"/>
                  </a:cubicBezTo>
                  <a:cubicBezTo>
                    <a:pt x="471151" y="521527"/>
                    <a:pt x="459721" y="522797"/>
                    <a:pt x="448291" y="518987"/>
                  </a:cubicBezTo>
                  <a:cubicBezTo>
                    <a:pt x="433051" y="512637"/>
                    <a:pt x="406381" y="494857"/>
                    <a:pt x="398761" y="477077"/>
                  </a:cubicBezTo>
                  <a:cubicBezTo>
                    <a:pt x="392411" y="459297"/>
                    <a:pt x="393681" y="430087"/>
                    <a:pt x="405111" y="413577"/>
                  </a:cubicBezTo>
                  <a:cubicBezTo>
                    <a:pt x="419081" y="391987"/>
                    <a:pt x="458451" y="391987"/>
                    <a:pt x="492741" y="369127"/>
                  </a:cubicBezTo>
                  <a:cubicBezTo>
                    <a:pt x="553701" y="327217"/>
                    <a:pt x="670541" y="190057"/>
                    <a:pt x="721341" y="165927"/>
                  </a:cubicBezTo>
                  <a:cubicBezTo>
                    <a:pt x="741661" y="155767"/>
                    <a:pt x="755631" y="153227"/>
                    <a:pt x="770871" y="158307"/>
                  </a:cubicBezTo>
                  <a:cubicBezTo>
                    <a:pt x="788651" y="163387"/>
                    <a:pt x="814051" y="183707"/>
                    <a:pt x="821671" y="200217"/>
                  </a:cubicBezTo>
                  <a:cubicBezTo>
                    <a:pt x="829291" y="215457"/>
                    <a:pt x="829291" y="235777"/>
                    <a:pt x="822941" y="251017"/>
                  </a:cubicBezTo>
                  <a:cubicBezTo>
                    <a:pt x="817861" y="266257"/>
                    <a:pt x="795001" y="272607"/>
                    <a:pt x="791191" y="290387"/>
                  </a:cubicBezTo>
                  <a:cubicBezTo>
                    <a:pt x="784841" y="318327"/>
                    <a:pt x="822941" y="367857"/>
                    <a:pt x="817861" y="411037"/>
                  </a:cubicBezTo>
                  <a:cubicBezTo>
                    <a:pt x="812781" y="465647"/>
                    <a:pt x="768331" y="534227"/>
                    <a:pt x="739121" y="586297"/>
                  </a:cubicBezTo>
                  <a:cubicBezTo>
                    <a:pt x="714991" y="630747"/>
                    <a:pt x="680701" y="662497"/>
                    <a:pt x="661651" y="704407"/>
                  </a:cubicBezTo>
                  <a:cubicBezTo>
                    <a:pt x="645141" y="743777"/>
                    <a:pt x="647681" y="802197"/>
                    <a:pt x="629901" y="826327"/>
                  </a:cubicBezTo>
                  <a:cubicBezTo>
                    <a:pt x="619741" y="841567"/>
                    <a:pt x="603231" y="849187"/>
                    <a:pt x="589261" y="851727"/>
                  </a:cubicBezTo>
                  <a:cubicBezTo>
                    <a:pt x="577831" y="855537"/>
                    <a:pt x="567671" y="855537"/>
                    <a:pt x="556241" y="850457"/>
                  </a:cubicBezTo>
                  <a:cubicBezTo>
                    <a:pt x="542271" y="844107"/>
                    <a:pt x="516871" y="823787"/>
                    <a:pt x="511791" y="806007"/>
                  </a:cubicBezTo>
                  <a:cubicBezTo>
                    <a:pt x="505441" y="788227"/>
                    <a:pt x="509251" y="765367"/>
                    <a:pt x="521951" y="743777"/>
                  </a:cubicBezTo>
                  <a:cubicBezTo>
                    <a:pt x="544811" y="706947"/>
                    <a:pt x="631171" y="671387"/>
                    <a:pt x="675621" y="630747"/>
                  </a:cubicBezTo>
                  <a:cubicBezTo>
                    <a:pt x="717531" y="593917"/>
                    <a:pt x="744201" y="562167"/>
                    <a:pt x="784841" y="510097"/>
                  </a:cubicBezTo>
                  <a:cubicBezTo>
                    <a:pt x="848341" y="432627"/>
                    <a:pt x="947401" y="252287"/>
                    <a:pt x="1007091" y="197677"/>
                  </a:cubicBezTo>
                  <a:cubicBezTo>
                    <a:pt x="1036301" y="172277"/>
                    <a:pt x="1064241" y="159577"/>
                    <a:pt x="1084561" y="154497"/>
                  </a:cubicBezTo>
                  <a:cubicBezTo>
                    <a:pt x="1097261" y="150687"/>
                    <a:pt x="1104881" y="150687"/>
                    <a:pt x="1116311" y="153227"/>
                  </a:cubicBezTo>
                  <a:cubicBezTo>
                    <a:pt x="1129011" y="157037"/>
                    <a:pt x="1146791" y="165927"/>
                    <a:pt x="1155681" y="177357"/>
                  </a:cubicBezTo>
                  <a:cubicBezTo>
                    <a:pt x="1164571" y="190057"/>
                    <a:pt x="1169651" y="204027"/>
                    <a:pt x="1168381" y="223077"/>
                  </a:cubicBezTo>
                  <a:cubicBezTo>
                    <a:pt x="1164571" y="257367"/>
                    <a:pt x="1127741" y="317057"/>
                    <a:pt x="1094721" y="365317"/>
                  </a:cubicBezTo>
                  <a:cubicBezTo>
                    <a:pt x="1052811" y="425007"/>
                    <a:pt x="999471" y="479617"/>
                    <a:pt x="932161" y="550737"/>
                  </a:cubicBezTo>
                  <a:cubicBezTo>
                    <a:pt x="833101" y="654877"/>
                    <a:pt x="662921" y="807277"/>
                    <a:pt x="549891" y="922847"/>
                  </a:cubicBezTo>
                  <a:cubicBezTo>
                    <a:pt x="457181" y="1018097"/>
                    <a:pt x="345421" y="1131127"/>
                    <a:pt x="300971" y="1192087"/>
                  </a:cubicBezTo>
                  <a:cubicBezTo>
                    <a:pt x="280651" y="1218757"/>
                    <a:pt x="279381" y="1241617"/>
                    <a:pt x="264141" y="1255587"/>
                  </a:cubicBezTo>
                  <a:cubicBezTo>
                    <a:pt x="252711" y="1265747"/>
                    <a:pt x="238741" y="1273367"/>
                    <a:pt x="224771" y="1274637"/>
                  </a:cubicBezTo>
                  <a:cubicBezTo>
                    <a:pt x="210801" y="1275907"/>
                    <a:pt x="193021" y="1272097"/>
                    <a:pt x="182861" y="1263207"/>
                  </a:cubicBezTo>
                  <a:cubicBezTo>
                    <a:pt x="170161" y="1253047"/>
                    <a:pt x="157461" y="1227647"/>
                    <a:pt x="157461" y="1211137"/>
                  </a:cubicBezTo>
                  <a:cubicBezTo>
                    <a:pt x="156191" y="1197167"/>
                    <a:pt x="161271" y="1180657"/>
                    <a:pt x="173971" y="1170497"/>
                  </a:cubicBezTo>
                  <a:cubicBezTo>
                    <a:pt x="196831" y="1153987"/>
                    <a:pt x="261601" y="1166687"/>
                    <a:pt x="309861" y="1156527"/>
                  </a:cubicBezTo>
                  <a:cubicBezTo>
                    <a:pt x="367011" y="1145097"/>
                    <a:pt x="427971" y="1128587"/>
                    <a:pt x="495281" y="1099377"/>
                  </a:cubicBezTo>
                  <a:cubicBezTo>
                    <a:pt x="582911" y="1062547"/>
                    <a:pt x="693401" y="1011747"/>
                    <a:pt x="788651" y="939357"/>
                  </a:cubicBezTo>
                  <a:cubicBezTo>
                    <a:pt x="901681" y="852997"/>
                    <a:pt x="1046461" y="628207"/>
                    <a:pt x="1116311" y="596457"/>
                  </a:cubicBezTo>
                  <a:cubicBezTo>
                    <a:pt x="1141711" y="586297"/>
                    <a:pt x="1163301" y="590107"/>
                    <a:pt x="1177271" y="595187"/>
                  </a:cubicBezTo>
                  <a:cubicBezTo>
                    <a:pt x="1188701" y="600267"/>
                    <a:pt x="1196321" y="606617"/>
                    <a:pt x="1201401" y="616777"/>
                  </a:cubicBezTo>
                  <a:cubicBezTo>
                    <a:pt x="1209021" y="626937"/>
                    <a:pt x="1214101" y="638367"/>
                    <a:pt x="1214101" y="661227"/>
                  </a:cubicBezTo>
                  <a:cubicBezTo>
                    <a:pt x="1212831" y="736157"/>
                    <a:pt x="1130281" y="1009207"/>
                    <a:pt x="1078211" y="1142557"/>
                  </a:cubicBezTo>
                  <a:cubicBezTo>
                    <a:pt x="1037571" y="1245427"/>
                    <a:pt x="982961" y="1321627"/>
                    <a:pt x="946131" y="1405447"/>
                  </a:cubicBezTo>
                  <a:cubicBezTo>
                    <a:pt x="913111" y="1477837"/>
                    <a:pt x="892791" y="1560387"/>
                    <a:pt x="863581" y="1614997"/>
                  </a:cubicBezTo>
                  <a:cubicBezTo>
                    <a:pt x="843261" y="1654367"/>
                    <a:pt x="820401" y="1670877"/>
                    <a:pt x="798811" y="1710247"/>
                  </a:cubicBezTo>
                  <a:cubicBezTo>
                    <a:pt x="768331" y="1764857"/>
                    <a:pt x="737851" y="1876617"/>
                    <a:pt x="706101" y="1918527"/>
                  </a:cubicBezTo>
                  <a:cubicBezTo>
                    <a:pt x="688321" y="1940117"/>
                    <a:pt x="670541" y="1951547"/>
                    <a:pt x="651491" y="1960437"/>
                  </a:cubicBezTo>
                  <a:cubicBezTo>
                    <a:pt x="636251" y="1966787"/>
                    <a:pt x="617201" y="1971867"/>
                    <a:pt x="601961" y="1969327"/>
                  </a:cubicBezTo>
                  <a:cubicBezTo>
                    <a:pt x="586721" y="1965517"/>
                    <a:pt x="568941" y="1955357"/>
                    <a:pt x="558781" y="1942657"/>
                  </a:cubicBezTo>
                  <a:cubicBezTo>
                    <a:pt x="549891" y="1929957"/>
                    <a:pt x="544811" y="1908367"/>
                    <a:pt x="544811" y="1894397"/>
                  </a:cubicBezTo>
                  <a:cubicBezTo>
                    <a:pt x="544811" y="1881697"/>
                    <a:pt x="546081" y="1876617"/>
                    <a:pt x="554971" y="1861377"/>
                  </a:cubicBezTo>
                  <a:cubicBezTo>
                    <a:pt x="587991" y="1809307"/>
                    <a:pt x="782301" y="1660717"/>
                    <a:pt x="866121" y="1556577"/>
                  </a:cubicBezTo>
                  <a:cubicBezTo>
                    <a:pt x="938511" y="1467677"/>
                    <a:pt x="996931" y="1319087"/>
                    <a:pt x="1040111" y="1284797"/>
                  </a:cubicBezTo>
                  <a:cubicBezTo>
                    <a:pt x="1057891" y="1270827"/>
                    <a:pt x="1070591" y="1268287"/>
                    <a:pt x="1084561" y="1269557"/>
                  </a:cubicBezTo>
                  <a:cubicBezTo>
                    <a:pt x="1099801" y="1269557"/>
                    <a:pt x="1117581" y="1277177"/>
                    <a:pt x="1127741" y="1287337"/>
                  </a:cubicBezTo>
                  <a:cubicBezTo>
                    <a:pt x="1137901" y="1297497"/>
                    <a:pt x="1146791" y="1315277"/>
                    <a:pt x="1148061" y="1329247"/>
                  </a:cubicBezTo>
                  <a:cubicBezTo>
                    <a:pt x="1149331" y="1343217"/>
                    <a:pt x="1146791" y="1355917"/>
                    <a:pt x="1135361" y="1373697"/>
                  </a:cubicBezTo>
                  <a:cubicBezTo>
                    <a:pt x="1108691" y="1418147"/>
                    <a:pt x="1029951" y="1485457"/>
                    <a:pt x="941051" y="1565467"/>
                  </a:cubicBezTo>
                  <a:cubicBezTo>
                    <a:pt x="767061" y="1724217"/>
                    <a:pt x="126981" y="2187767"/>
                    <a:pt x="149841" y="2233487"/>
                  </a:cubicBezTo>
                  <a:cubicBezTo>
                    <a:pt x="160001" y="2255077"/>
                    <a:pt x="292081" y="2216977"/>
                    <a:pt x="350501" y="2191577"/>
                  </a:cubicBezTo>
                  <a:cubicBezTo>
                    <a:pt x="401301" y="2169987"/>
                    <a:pt x="441941" y="2143317"/>
                    <a:pt x="481311" y="2101407"/>
                  </a:cubicBezTo>
                  <a:cubicBezTo>
                    <a:pt x="533381" y="2045527"/>
                    <a:pt x="567671" y="1913447"/>
                    <a:pt x="618471" y="1871537"/>
                  </a:cubicBezTo>
                  <a:cubicBezTo>
                    <a:pt x="651491" y="1844867"/>
                    <a:pt x="693401" y="1824547"/>
                    <a:pt x="722611" y="1834707"/>
                  </a:cubicBezTo>
                  <a:cubicBezTo>
                    <a:pt x="758171" y="1847407"/>
                    <a:pt x="798811" y="1922337"/>
                    <a:pt x="803891" y="1969327"/>
                  </a:cubicBezTo>
                  <a:cubicBezTo>
                    <a:pt x="808971" y="2013777"/>
                    <a:pt x="779761" y="2056957"/>
                    <a:pt x="759441" y="2109027"/>
                  </a:cubicBezTo>
                  <a:cubicBezTo>
                    <a:pt x="732771" y="2178877"/>
                    <a:pt x="701021" y="2267777"/>
                    <a:pt x="651491" y="2350327"/>
                  </a:cubicBezTo>
                  <a:cubicBezTo>
                    <a:pt x="593071" y="2449387"/>
                    <a:pt x="464801" y="2577657"/>
                    <a:pt x="416541" y="2656397"/>
                  </a:cubicBezTo>
                  <a:cubicBezTo>
                    <a:pt x="391141" y="2700847"/>
                    <a:pt x="387331" y="2744027"/>
                    <a:pt x="367011" y="2766887"/>
                  </a:cubicBezTo>
                  <a:cubicBezTo>
                    <a:pt x="353041" y="2782127"/>
                    <a:pt x="339071" y="2792287"/>
                    <a:pt x="323831" y="2794827"/>
                  </a:cubicBezTo>
                  <a:cubicBezTo>
                    <a:pt x="307321" y="2798637"/>
                    <a:pt x="285731" y="2793557"/>
                    <a:pt x="273031" y="2787207"/>
                  </a:cubicBezTo>
                  <a:cubicBezTo>
                    <a:pt x="261601" y="2780857"/>
                    <a:pt x="252711" y="2773237"/>
                    <a:pt x="247631" y="2763077"/>
                  </a:cubicBezTo>
                  <a:cubicBezTo>
                    <a:pt x="240011" y="2750377"/>
                    <a:pt x="236201" y="2727517"/>
                    <a:pt x="237471" y="2712277"/>
                  </a:cubicBezTo>
                  <a:cubicBezTo>
                    <a:pt x="238741" y="2700847"/>
                    <a:pt x="240011" y="2693227"/>
                    <a:pt x="250171" y="2680527"/>
                  </a:cubicBezTo>
                  <a:cubicBezTo>
                    <a:pt x="281921" y="2639887"/>
                    <a:pt x="439401" y="2545907"/>
                    <a:pt x="507981" y="2486217"/>
                  </a:cubicBezTo>
                  <a:cubicBezTo>
                    <a:pt x="557511" y="2443037"/>
                    <a:pt x="596881" y="2403667"/>
                    <a:pt x="631171" y="2364297"/>
                  </a:cubicBezTo>
                  <a:cubicBezTo>
                    <a:pt x="659111" y="2332547"/>
                    <a:pt x="675621" y="2312227"/>
                    <a:pt x="702291" y="2274127"/>
                  </a:cubicBezTo>
                  <a:cubicBezTo>
                    <a:pt x="742931" y="2213167"/>
                    <a:pt x="793731" y="2082357"/>
                    <a:pt x="841991" y="2027747"/>
                  </a:cubicBezTo>
                  <a:cubicBezTo>
                    <a:pt x="873741" y="1992187"/>
                    <a:pt x="909301" y="1950277"/>
                    <a:pt x="937241" y="1955357"/>
                  </a:cubicBezTo>
                  <a:cubicBezTo>
                    <a:pt x="970261" y="1961707"/>
                    <a:pt x="1015981" y="2036637"/>
                    <a:pt x="1022331" y="2081087"/>
                  </a:cubicBezTo>
                  <a:cubicBezTo>
                    <a:pt x="1028681" y="2125537"/>
                    <a:pt x="999471" y="2175067"/>
                    <a:pt x="977881" y="2219517"/>
                  </a:cubicBezTo>
                  <a:cubicBezTo>
                    <a:pt x="955021" y="2267777"/>
                    <a:pt x="925811" y="2310957"/>
                    <a:pt x="888981" y="2361757"/>
                  </a:cubicBezTo>
                  <a:cubicBezTo>
                    <a:pt x="843261" y="2425257"/>
                    <a:pt x="784841" y="2501457"/>
                    <a:pt x="722611" y="2568767"/>
                  </a:cubicBezTo>
                  <a:cubicBezTo>
                    <a:pt x="656571" y="2642427"/>
                    <a:pt x="576561" y="2703387"/>
                    <a:pt x="501631" y="2784667"/>
                  </a:cubicBezTo>
                  <a:cubicBezTo>
                    <a:pt x="416541" y="2877377"/>
                    <a:pt x="312401" y="3027237"/>
                    <a:pt x="242551" y="3098357"/>
                  </a:cubicBezTo>
                  <a:cubicBezTo>
                    <a:pt x="200641" y="3141537"/>
                    <a:pt x="162541" y="3174557"/>
                    <a:pt x="133331" y="3191067"/>
                  </a:cubicBezTo>
                  <a:cubicBezTo>
                    <a:pt x="118091" y="3201227"/>
                    <a:pt x="106661" y="3207577"/>
                    <a:pt x="91421" y="3206307"/>
                  </a:cubicBezTo>
                  <a:cubicBezTo>
                    <a:pt x="76181" y="3205037"/>
                    <a:pt x="50781" y="3191067"/>
                    <a:pt x="41891" y="3178367"/>
                  </a:cubicBezTo>
                  <a:cubicBezTo>
                    <a:pt x="33001" y="3166937"/>
                    <a:pt x="30461" y="3147887"/>
                    <a:pt x="31731" y="3135187"/>
                  </a:cubicBezTo>
                  <a:cubicBezTo>
                    <a:pt x="33001" y="3125027"/>
                    <a:pt x="33001" y="3117407"/>
                    <a:pt x="43161" y="3107247"/>
                  </a:cubicBezTo>
                  <a:cubicBezTo>
                    <a:pt x="72371" y="3076767"/>
                    <a:pt x="209531" y="3037397"/>
                    <a:pt x="290811" y="2991677"/>
                  </a:cubicBezTo>
                  <a:cubicBezTo>
                    <a:pt x="374631" y="2945957"/>
                    <a:pt x="476231" y="2879917"/>
                    <a:pt x="541001" y="2831657"/>
                  </a:cubicBezTo>
                  <a:cubicBezTo>
                    <a:pt x="586721" y="2798637"/>
                    <a:pt x="617201" y="2773237"/>
                    <a:pt x="650221" y="2740217"/>
                  </a:cubicBezTo>
                  <a:cubicBezTo>
                    <a:pt x="680701" y="2709737"/>
                    <a:pt x="707371" y="2677987"/>
                    <a:pt x="734041" y="2642427"/>
                  </a:cubicBezTo>
                  <a:cubicBezTo>
                    <a:pt x="760711" y="2605597"/>
                    <a:pt x="783571" y="2570037"/>
                    <a:pt x="808971" y="2523047"/>
                  </a:cubicBezTo>
                  <a:cubicBezTo>
                    <a:pt x="841991" y="2462087"/>
                    <a:pt x="876281" y="2350327"/>
                    <a:pt x="906761" y="2305877"/>
                  </a:cubicBezTo>
                  <a:cubicBezTo>
                    <a:pt x="922001" y="2283017"/>
                    <a:pt x="935971" y="2271587"/>
                    <a:pt x="952481" y="2260157"/>
                  </a:cubicBezTo>
                  <a:cubicBezTo>
                    <a:pt x="965181" y="2249997"/>
                    <a:pt x="979151" y="2242377"/>
                    <a:pt x="991851" y="2239837"/>
                  </a:cubicBezTo>
                  <a:cubicBezTo>
                    <a:pt x="1003281" y="2238567"/>
                    <a:pt x="1013441" y="2241107"/>
                    <a:pt x="1022331" y="2244917"/>
                  </a:cubicBezTo>
                  <a:cubicBezTo>
                    <a:pt x="1031221" y="2248727"/>
                    <a:pt x="1040111" y="2253807"/>
                    <a:pt x="1046461" y="2262697"/>
                  </a:cubicBezTo>
                  <a:cubicBezTo>
                    <a:pt x="1054081" y="2272857"/>
                    <a:pt x="1061701" y="2291907"/>
                    <a:pt x="1061701" y="2304607"/>
                  </a:cubicBezTo>
                  <a:cubicBezTo>
                    <a:pt x="1061701" y="2314767"/>
                    <a:pt x="1060431" y="2321117"/>
                    <a:pt x="1054081" y="2333817"/>
                  </a:cubicBezTo>
                  <a:cubicBezTo>
                    <a:pt x="1031221" y="2375727"/>
                    <a:pt x="923271" y="2472247"/>
                    <a:pt x="849611" y="2568767"/>
                  </a:cubicBezTo>
                  <a:cubicBezTo>
                    <a:pt x="744201" y="2707197"/>
                    <a:pt x="587991" y="2987867"/>
                    <a:pt x="497821" y="3097087"/>
                  </a:cubicBezTo>
                  <a:cubicBezTo>
                    <a:pt x="453371" y="3151697"/>
                    <a:pt x="419081" y="3184717"/>
                    <a:pt x="382251" y="3211387"/>
                  </a:cubicBezTo>
                  <a:cubicBezTo>
                    <a:pt x="356851" y="3230437"/>
                    <a:pt x="328911" y="3246947"/>
                    <a:pt x="308591" y="3250757"/>
                  </a:cubicBezTo>
                  <a:cubicBezTo>
                    <a:pt x="295891" y="3253297"/>
                    <a:pt x="285731" y="3252027"/>
                    <a:pt x="275571" y="3246947"/>
                  </a:cubicBezTo>
                  <a:cubicBezTo>
                    <a:pt x="262871" y="3241867"/>
                    <a:pt x="245091" y="3229167"/>
                    <a:pt x="238741" y="3215197"/>
                  </a:cubicBezTo>
                  <a:cubicBezTo>
                    <a:pt x="231121" y="3202497"/>
                    <a:pt x="228581" y="3180907"/>
                    <a:pt x="231121" y="3166937"/>
                  </a:cubicBezTo>
                  <a:cubicBezTo>
                    <a:pt x="233661" y="3155507"/>
                    <a:pt x="236201" y="3149157"/>
                    <a:pt x="246361" y="3137727"/>
                  </a:cubicBezTo>
                  <a:cubicBezTo>
                    <a:pt x="273031" y="3105977"/>
                    <a:pt x="378441" y="3052637"/>
                    <a:pt x="436861" y="2998027"/>
                  </a:cubicBezTo>
                  <a:cubicBezTo>
                    <a:pt x="499091" y="2940877"/>
                    <a:pt x="551161" y="2857057"/>
                    <a:pt x="607041" y="2799907"/>
                  </a:cubicBezTo>
                  <a:cubicBezTo>
                    <a:pt x="654031" y="2751647"/>
                    <a:pt x="711181" y="2693227"/>
                    <a:pt x="748011" y="2676717"/>
                  </a:cubicBezTo>
                  <a:cubicBezTo>
                    <a:pt x="768331" y="2667827"/>
                    <a:pt x="784841" y="2667827"/>
                    <a:pt x="800081" y="2670367"/>
                  </a:cubicBezTo>
                  <a:cubicBezTo>
                    <a:pt x="811511" y="2672907"/>
                    <a:pt x="821671" y="2679257"/>
                    <a:pt x="830561" y="2686877"/>
                  </a:cubicBezTo>
                  <a:cubicBezTo>
                    <a:pt x="839451" y="2694497"/>
                    <a:pt x="847071" y="2704657"/>
                    <a:pt x="849611" y="2716087"/>
                  </a:cubicBezTo>
                  <a:cubicBezTo>
                    <a:pt x="854691" y="2730057"/>
                    <a:pt x="854691" y="2752917"/>
                    <a:pt x="849611" y="2766887"/>
                  </a:cubicBezTo>
                  <a:cubicBezTo>
                    <a:pt x="845801" y="2778317"/>
                    <a:pt x="836911" y="2780857"/>
                    <a:pt x="829291" y="2796097"/>
                  </a:cubicBezTo>
                  <a:cubicBezTo>
                    <a:pt x="810241" y="2835467"/>
                    <a:pt x="800081" y="2951037"/>
                    <a:pt x="761981" y="3027237"/>
                  </a:cubicBezTo>
                  <a:cubicBezTo>
                    <a:pt x="717531" y="3116137"/>
                    <a:pt x="643871" y="3198687"/>
                    <a:pt x="563861" y="3292667"/>
                  </a:cubicBezTo>
                  <a:cubicBezTo>
                    <a:pt x="464801" y="3410777"/>
                    <a:pt x="276841" y="3634297"/>
                    <a:pt x="203181" y="3672397"/>
                  </a:cubicBezTo>
                  <a:cubicBezTo>
                    <a:pt x="177781" y="3686367"/>
                    <a:pt x="161271" y="3687637"/>
                    <a:pt x="144761" y="3682557"/>
                  </a:cubicBezTo>
                  <a:cubicBezTo>
                    <a:pt x="128251" y="3677477"/>
                    <a:pt x="109201" y="3657157"/>
                    <a:pt x="104121" y="3640647"/>
                  </a:cubicBezTo>
                  <a:cubicBezTo>
                    <a:pt x="99041" y="3624137"/>
                    <a:pt x="101581" y="3603817"/>
                    <a:pt x="115551" y="3582227"/>
                  </a:cubicBezTo>
                  <a:cubicBezTo>
                    <a:pt x="148571" y="3531427"/>
                    <a:pt x="304781" y="3457767"/>
                    <a:pt x="392411" y="3387917"/>
                  </a:cubicBezTo>
                  <a:cubicBezTo>
                    <a:pt x="476231" y="3319337"/>
                    <a:pt x="568941" y="3230437"/>
                    <a:pt x="629901" y="3168207"/>
                  </a:cubicBezTo>
                  <a:cubicBezTo>
                    <a:pt x="670541" y="3125027"/>
                    <a:pt x="697211" y="3097087"/>
                    <a:pt x="725151" y="3055177"/>
                  </a:cubicBezTo>
                  <a:cubicBezTo>
                    <a:pt x="754361" y="3010727"/>
                    <a:pt x="772141" y="2944687"/>
                    <a:pt x="800081" y="2906587"/>
                  </a:cubicBezTo>
                  <a:cubicBezTo>
                    <a:pt x="820401" y="2878647"/>
                    <a:pt x="841991" y="2855787"/>
                    <a:pt x="863581" y="2843087"/>
                  </a:cubicBezTo>
                  <a:cubicBezTo>
                    <a:pt x="880091" y="2834197"/>
                    <a:pt x="896601" y="2827847"/>
                    <a:pt x="911841" y="2829117"/>
                  </a:cubicBezTo>
                  <a:cubicBezTo>
                    <a:pt x="929621" y="2831657"/>
                    <a:pt x="955021" y="2848167"/>
                    <a:pt x="963911" y="2862137"/>
                  </a:cubicBezTo>
                  <a:cubicBezTo>
                    <a:pt x="972801" y="2874837"/>
                    <a:pt x="974071" y="2888807"/>
                    <a:pt x="971531" y="2909127"/>
                  </a:cubicBezTo>
                  <a:cubicBezTo>
                    <a:pt x="968991" y="2951037"/>
                    <a:pt x="934701" y="3028507"/>
                    <a:pt x="906761" y="3097087"/>
                  </a:cubicBezTo>
                  <a:cubicBezTo>
                    <a:pt x="869931" y="3183447"/>
                    <a:pt x="806431" y="3342197"/>
                    <a:pt x="767061" y="3386647"/>
                  </a:cubicBezTo>
                  <a:cubicBezTo>
                    <a:pt x="751821" y="3404427"/>
                    <a:pt x="737851" y="3410777"/>
                    <a:pt x="723881" y="3415857"/>
                  </a:cubicBezTo>
                  <a:cubicBezTo>
                    <a:pt x="712451" y="3418397"/>
                    <a:pt x="699751" y="3419667"/>
                    <a:pt x="688321" y="3414587"/>
                  </a:cubicBezTo>
                  <a:cubicBezTo>
                    <a:pt x="671811" y="3406967"/>
                    <a:pt x="645141" y="3386647"/>
                    <a:pt x="638791" y="3367597"/>
                  </a:cubicBezTo>
                  <a:cubicBezTo>
                    <a:pt x="632441" y="3348547"/>
                    <a:pt x="634981" y="3324417"/>
                    <a:pt x="648951" y="3300287"/>
                  </a:cubicBezTo>
                  <a:cubicBezTo>
                    <a:pt x="680701" y="3249487"/>
                    <a:pt x="831831" y="3161857"/>
                    <a:pt x="892791" y="3126297"/>
                  </a:cubicBezTo>
                  <a:cubicBezTo>
                    <a:pt x="927081" y="3105977"/>
                    <a:pt x="946131" y="3089467"/>
                    <a:pt x="976611" y="3085657"/>
                  </a:cubicBezTo>
                  <a:cubicBezTo>
                    <a:pt x="1010901" y="3083117"/>
                    <a:pt x="1061701" y="3089467"/>
                    <a:pt x="1088371" y="3113597"/>
                  </a:cubicBezTo>
                  <a:cubicBezTo>
                    <a:pt x="1118851" y="3144077"/>
                    <a:pt x="1129011" y="3225357"/>
                    <a:pt x="1136631" y="3268537"/>
                  </a:cubicBezTo>
                  <a:cubicBezTo>
                    <a:pt x="1141711" y="3299017"/>
                    <a:pt x="1139171" y="3318067"/>
                    <a:pt x="1140441" y="3347277"/>
                  </a:cubicBezTo>
                  <a:cubicBezTo>
                    <a:pt x="1140441" y="3386647"/>
                    <a:pt x="1146791" y="3434907"/>
                    <a:pt x="1141711" y="3479357"/>
                  </a:cubicBezTo>
                  <a:cubicBezTo>
                    <a:pt x="1135361" y="3528887"/>
                    <a:pt x="1121391" y="3600007"/>
                    <a:pt x="1102341" y="3633027"/>
                  </a:cubicBezTo>
                  <a:cubicBezTo>
                    <a:pt x="1089641" y="3652077"/>
                    <a:pt x="1075671" y="3663507"/>
                    <a:pt x="1060431" y="3671127"/>
                  </a:cubicBezTo>
                  <a:cubicBezTo>
                    <a:pt x="1049001" y="3676207"/>
                    <a:pt x="1036301" y="3678747"/>
                    <a:pt x="1022331" y="3676207"/>
                  </a:cubicBezTo>
                  <a:cubicBezTo>
                    <a:pt x="1007091" y="3673667"/>
                    <a:pt x="984231" y="3663507"/>
                    <a:pt x="972801" y="3650807"/>
                  </a:cubicBezTo>
                  <a:cubicBezTo>
                    <a:pt x="960101" y="3638107"/>
                    <a:pt x="957561" y="3629217"/>
                    <a:pt x="951211" y="3598737"/>
                  </a:cubicBezTo>
                  <a:cubicBezTo>
                    <a:pt x="923271" y="3452687"/>
                    <a:pt x="943591" y="2544637"/>
                    <a:pt x="960101" y="2263967"/>
                  </a:cubicBezTo>
                  <a:cubicBezTo>
                    <a:pt x="968991" y="2134427"/>
                    <a:pt x="979151" y="2067117"/>
                    <a:pt x="994391" y="1979487"/>
                  </a:cubicBezTo>
                  <a:cubicBezTo>
                    <a:pt x="1007091" y="1902017"/>
                    <a:pt x="1029951" y="1838517"/>
                    <a:pt x="1042651" y="1762317"/>
                  </a:cubicBezTo>
                  <a:cubicBezTo>
                    <a:pt x="1056621" y="1681037"/>
                    <a:pt x="1056621" y="1578167"/>
                    <a:pt x="1069321" y="1503237"/>
                  </a:cubicBezTo>
                  <a:cubicBezTo>
                    <a:pt x="1078211" y="1447357"/>
                    <a:pt x="1090911" y="1385127"/>
                    <a:pt x="1104881" y="1357187"/>
                  </a:cubicBezTo>
                  <a:cubicBezTo>
                    <a:pt x="1109961" y="1344487"/>
                    <a:pt x="1113771" y="1336867"/>
                    <a:pt x="1122661" y="1330517"/>
                  </a:cubicBezTo>
                  <a:cubicBezTo>
                    <a:pt x="1136631" y="1321627"/>
                    <a:pt x="1167111" y="1315277"/>
                    <a:pt x="1182351" y="1317817"/>
                  </a:cubicBezTo>
                  <a:cubicBezTo>
                    <a:pt x="1193781" y="1319087"/>
                    <a:pt x="1202671" y="1325437"/>
                    <a:pt x="1210291" y="1333057"/>
                  </a:cubicBezTo>
                  <a:cubicBezTo>
                    <a:pt x="1220451" y="1341947"/>
                    <a:pt x="1225531" y="1350837"/>
                    <a:pt x="1231881" y="1374967"/>
                  </a:cubicBezTo>
                  <a:cubicBezTo>
                    <a:pt x="1259821" y="1493077"/>
                    <a:pt x="1262361" y="2341437"/>
                    <a:pt x="1240771" y="2463357"/>
                  </a:cubicBezTo>
                  <a:cubicBezTo>
                    <a:pt x="1235691" y="2488757"/>
                    <a:pt x="1231881" y="2496377"/>
                    <a:pt x="1222991" y="2507807"/>
                  </a:cubicBezTo>
                  <a:cubicBezTo>
                    <a:pt x="1216641" y="2516697"/>
                    <a:pt x="1206481" y="2521777"/>
                    <a:pt x="1197591" y="2525587"/>
                  </a:cubicBezTo>
                  <a:cubicBezTo>
                    <a:pt x="1187431" y="2529397"/>
                    <a:pt x="1176001" y="2531937"/>
                    <a:pt x="1165841" y="2529397"/>
                  </a:cubicBezTo>
                  <a:cubicBezTo>
                    <a:pt x="1151871" y="2526857"/>
                    <a:pt x="1136631" y="2523047"/>
                    <a:pt x="1123931" y="2507807"/>
                  </a:cubicBezTo>
                  <a:cubicBezTo>
                    <a:pt x="1093451" y="2472247"/>
                    <a:pt x="1069321" y="2368107"/>
                    <a:pt x="1049001" y="2275397"/>
                  </a:cubicBezTo>
                  <a:cubicBezTo>
                    <a:pt x="1019791" y="2142047"/>
                    <a:pt x="1014711" y="1927417"/>
                    <a:pt x="991851" y="1780097"/>
                  </a:cubicBezTo>
                  <a:cubicBezTo>
                    <a:pt x="971531" y="1658177"/>
                    <a:pt x="939781" y="1560387"/>
                    <a:pt x="923271" y="1452437"/>
                  </a:cubicBezTo>
                  <a:cubicBezTo>
                    <a:pt x="908031" y="1347027"/>
                    <a:pt x="918191" y="1221297"/>
                    <a:pt x="892791" y="1141287"/>
                  </a:cubicBezTo>
                  <a:cubicBezTo>
                    <a:pt x="875011" y="1084137"/>
                    <a:pt x="820401" y="1040957"/>
                    <a:pt x="817861" y="1004127"/>
                  </a:cubicBezTo>
                  <a:cubicBezTo>
                    <a:pt x="815321" y="981267"/>
                    <a:pt x="825481" y="958407"/>
                    <a:pt x="838181" y="945707"/>
                  </a:cubicBezTo>
                  <a:cubicBezTo>
                    <a:pt x="852151" y="933007"/>
                    <a:pt x="881361" y="925387"/>
                    <a:pt x="899141" y="929197"/>
                  </a:cubicBezTo>
                  <a:cubicBezTo>
                    <a:pt x="916921" y="934277"/>
                    <a:pt x="937241" y="945707"/>
                    <a:pt x="946131" y="969837"/>
                  </a:cubicBezTo>
                  <a:cubicBezTo>
                    <a:pt x="968991" y="1039687"/>
                    <a:pt x="867391" y="1303847"/>
                    <a:pt x="840721" y="1443547"/>
                  </a:cubicBezTo>
                  <a:cubicBezTo>
                    <a:pt x="820401" y="1552767"/>
                    <a:pt x="817861" y="1631507"/>
                    <a:pt x="795001" y="1738187"/>
                  </a:cubicBezTo>
                  <a:cubicBezTo>
                    <a:pt x="765791" y="1870267"/>
                    <a:pt x="711181" y="2073467"/>
                    <a:pt x="674351" y="2173797"/>
                  </a:cubicBezTo>
                  <a:cubicBezTo>
                    <a:pt x="654031" y="2229677"/>
                    <a:pt x="642601" y="2279207"/>
                    <a:pt x="617201" y="2298257"/>
                  </a:cubicBezTo>
                  <a:cubicBezTo>
                    <a:pt x="600691" y="2310957"/>
                    <a:pt x="576561" y="2312227"/>
                    <a:pt x="561321" y="2307147"/>
                  </a:cubicBezTo>
                  <a:cubicBezTo>
                    <a:pt x="544811" y="2300797"/>
                    <a:pt x="532111" y="2288097"/>
                    <a:pt x="521951" y="2265237"/>
                  </a:cubicBezTo>
                  <a:cubicBezTo>
                    <a:pt x="499091" y="2211897"/>
                    <a:pt x="504171" y="2070927"/>
                    <a:pt x="499091" y="1957897"/>
                  </a:cubicBezTo>
                  <a:cubicBezTo>
                    <a:pt x="494011" y="1822007"/>
                    <a:pt x="486391" y="1653097"/>
                    <a:pt x="496551" y="1507047"/>
                  </a:cubicBezTo>
                  <a:cubicBezTo>
                    <a:pt x="506711" y="1366077"/>
                    <a:pt x="535921" y="1192087"/>
                    <a:pt x="556241" y="1094297"/>
                  </a:cubicBezTo>
                  <a:cubicBezTo>
                    <a:pt x="568941" y="1040957"/>
                    <a:pt x="579101" y="992697"/>
                    <a:pt x="593071" y="969837"/>
                  </a:cubicBezTo>
                  <a:cubicBezTo>
                    <a:pt x="599421" y="959677"/>
                    <a:pt x="604501" y="954597"/>
                    <a:pt x="613391" y="950787"/>
                  </a:cubicBezTo>
                  <a:cubicBezTo>
                    <a:pt x="624821" y="945707"/>
                    <a:pt x="643871" y="941897"/>
                    <a:pt x="655301" y="944437"/>
                  </a:cubicBezTo>
                  <a:cubicBezTo>
                    <a:pt x="665461" y="945707"/>
                    <a:pt x="674351" y="949517"/>
                    <a:pt x="681971" y="957137"/>
                  </a:cubicBezTo>
                  <a:cubicBezTo>
                    <a:pt x="690861" y="966027"/>
                    <a:pt x="697211" y="976187"/>
                    <a:pt x="702291" y="993967"/>
                  </a:cubicBezTo>
                  <a:cubicBezTo>
                    <a:pt x="713721" y="1028257"/>
                    <a:pt x="716261" y="1082867"/>
                    <a:pt x="720071" y="1156527"/>
                  </a:cubicBezTo>
                  <a:cubicBezTo>
                    <a:pt x="728961" y="1314007"/>
                    <a:pt x="742931" y="1752157"/>
                    <a:pt x="725151" y="1891857"/>
                  </a:cubicBezTo>
                  <a:cubicBezTo>
                    <a:pt x="717531" y="1950277"/>
                    <a:pt x="698481" y="2013777"/>
                    <a:pt x="692131" y="2013777"/>
                  </a:cubicBezTo>
                  <a:cubicBezTo>
                    <a:pt x="688321" y="2012507"/>
                    <a:pt x="689591" y="1979487"/>
                    <a:pt x="687051" y="1978217"/>
                  </a:cubicBezTo>
                  <a:cubicBezTo>
                    <a:pt x="683241" y="1978217"/>
                    <a:pt x="680701" y="2011237"/>
                    <a:pt x="670541" y="2021397"/>
                  </a:cubicBezTo>
                  <a:cubicBezTo>
                    <a:pt x="659111" y="2034097"/>
                    <a:pt x="629901" y="2042987"/>
                    <a:pt x="614661" y="2042987"/>
                  </a:cubicBezTo>
                  <a:cubicBezTo>
                    <a:pt x="603231" y="2042987"/>
                    <a:pt x="593071" y="2039177"/>
                    <a:pt x="585451" y="2031557"/>
                  </a:cubicBezTo>
                  <a:cubicBezTo>
                    <a:pt x="575291" y="2023937"/>
                    <a:pt x="565131" y="2011237"/>
                    <a:pt x="558781" y="1994727"/>
                  </a:cubicBezTo>
                  <a:cubicBezTo>
                    <a:pt x="547351" y="1965517"/>
                    <a:pt x="546081" y="1923607"/>
                    <a:pt x="541001" y="1866457"/>
                  </a:cubicBezTo>
                  <a:cubicBezTo>
                    <a:pt x="532111" y="1752157"/>
                    <a:pt x="518141" y="1518477"/>
                    <a:pt x="530841" y="1344487"/>
                  </a:cubicBezTo>
                  <a:cubicBezTo>
                    <a:pt x="543541" y="1167957"/>
                    <a:pt x="603231" y="959677"/>
                    <a:pt x="618471" y="816167"/>
                  </a:cubicBezTo>
                  <a:cubicBezTo>
                    <a:pt x="629901" y="717107"/>
                    <a:pt x="619741" y="644717"/>
                    <a:pt x="631171" y="563437"/>
                  </a:cubicBezTo>
                  <a:cubicBezTo>
                    <a:pt x="642601" y="484697"/>
                    <a:pt x="669271" y="390717"/>
                    <a:pt x="688321" y="336107"/>
                  </a:cubicBezTo>
                  <a:cubicBezTo>
                    <a:pt x="699751" y="303087"/>
                    <a:pt x="706101" y="282767"/>
                    <a:pt x="722611" y="259907"/>
                  </a:cubicBezTo>
                  <a:cubicBezTo>
                    <a:pt x="740391" y="233237"/>
                    <a:pt x="765791" y="204027"/>
                    <a:pt x="793731" y="186247"/>
                  </a:cubicBezTo>
                  <a:cubicBezTo>
                    <a:pt x="820401" y="169737"/>
                    <a:pt x="858501" y="155767"/>
                    <a:pt x="886441" y="154497"/>
                  </a:cubicBezTo>
                  <a:cubicBezTo>
                    <a:pt x="911841" y="154497"/>
                    <a:pt x="939781" y="163387"/>
                    <a:pt x="957561" y="177357"/>
                  </a:cubicBezTo>
                  <a:cubicBezTo>
                    <a:pt x="975341" y="190057"/>
                    <a:pt x="990581" y="217997"/>
                    <a:pt x="991851" y="237047"/>
                  </a:cubicBezTo>
                  <a:cubicBezTo>
                    <a:pt x="994391" y="252287"/>
                    <a:pt x="988041" y="270067"/>
                    <a:pt x="979151" y="281497"/>
                  </a:cubicBezTo>
                  <a:cubicBezTo>
                    <a:pt x="970261" y="294197"/>
                    <a:pt x="956291" y="305627"/>
                    <a:pt x="941051" y="309437"/>
                  </a:cubicBezTo>
                  <a:cubicBezTo>
                    <a:pt x="922001" y="313247"/>
                    <a:pt x="888981" y="308167"/>
                    <a:pt x="873741" y="296737"/>
                  </a:cubicBezTo>
                  <a:cubicBezTo>
                    <a:pt x="859771" y="287847"/>
                    <a:pt x="850881" y="272607"/>
                    <a:pt x="847071" y="257367"/>
                  </a:cubicBezTo>
                  <a:cubicBezTo>
                    <a:pt x="843261" y="243397"/>
                    <a:pt x="843261" y="224347"/>
                    <a:pt x="850881" y="210377"/>
                  </a:cubicBezTo>
                  <a:cubicBezTo>
                    <a:pt x="859771" y="193867"/>
                    <a:pt x="883901" y="171007"/>
                    <a:pt x="904221" y="167197"/>
                  </a:cubicBezTo>
                  <a:cubicBezTo>
                    <a:pt x="924541" y="163387"/>
                    <a:pt x="956291" y="172277"/>
                    <a:pt x="970261" y="186247"/>
                  </a:cubicBezTo>
                  <a:cubicBezTo>
                    <a:pt x="984231" y="201487"/>
                    <a:pt x="994391" y="231967"/>
                    <a:pt x="990581" y="252287"/>
                  </a:cubicBezTo>
                  <a:cubicBezTo>
                    <a:pt x="988041" y="272607"/>
                    <a:pt x="966451" y="298007"/>
                    <a:pt x="948671" y="306897"/>
                  </a:cubicBezTo>
                  <a:cubicBezTo>
                    <a:pt x="929621" y="314517"/>
                    <a:pt x="897871" y="296737"/>
                    <a:pt x="880091" y="301817"/>
                  </a:cubicBezTo>
                  <a:cubicBezTo>
                    <a:pt x="867391" y="305627"/>
                    <a:pt x="859771" y="310707"/>
                    <a:pt x="849611" y="322137"/>
                  </a:cubicBezTo>
                  <a:cubicBezTo>
                    <a:pt x="831831" y="343727"/>
                    <a:pt x="812781" y="398337"/>
                    <a:pt x="798811" y="437707"/>
                  </a:cubicBezTo>
                  <a:cubicBezTo>
                    <a:pt x="784841" y="479617"/>
                    <a:pt x="773411" y="520257"/>
                    <a:pt x="765791" y="567247"/>
                  </a:cubicBezTo>
                  <a:cubicBezTo>
                    <a:pt x="758171" y="623127"/>
                    <a:pt x="765791" y="676467"/>
                    <a:pt x="756901" y="750127"/>
                  </a:cubicBezTo>
                  <a:cubicBezTo>
                    <a:pt x="742931" y="863157"/>
                    <a:pt x="689591" y="1066357"/>
                    <a:pt x="673081" y="1176847"/>
                  </a:cubicBezTo>
                  <a:cubicBezTo>
                    <a:pt x="661651" y="1244157"/>
                    <a:pt x="656571" y="1268287"/>
                    <a:pt x="654031" y="1343217"/>
                  </a:cubicBezTo>
                  <a:cubicBezTo>
                    <a:pt x="648951" y="1490537"/>
                    <a:pt x="703561" y="1940117"/>
                    <a:pt x="679431" y="2008697"/>
                  </a:cubicBezTo>
                  <a:cubicBezTo>
                    <a:pt x="674351" y="2023937"/>
                    <a:pt x="668001" y="2026477"/>
                    <a:pt x="659111" y="2031557"/>
                  </a:cubicBezTo>
                  <a:cubicBezTo>
                    <a:pt x="647681" y="2039177"/>
                    <a:pt x="628631" y="2044257"/>
                    <a:pt x="614661" y="2042987"/>
                  </a:cubicBezTo>
                  <a:cubicBezTo>
                    <a:pt x="599421" y="2041717"/>
                    <a:pt x="582911" y="2032827"/>
                    <a:pt x="574021" y="2021397"/>
                  </a:cubicBezTo>
                  <a:cubicBezTo>
                    <a:pt x="563861" y="2011237"/>
                    <a:pt x="556241" y="1994727"/>
                    <a:pt x="557511" y="1978217"/>
                  </a:cubicBezTo>
                  <a:cubicBezTo>
                    <a:pt x="558781" y="1954087"/>
                    <a:pt x="591801" y="1936307"/>
                    <a:pt x="601961" y="1891857"/>
                  </a:cubicBezTo>
                  <a:cubicBezTo>
                    <a:pt x="628631" y="1787717"/>
                    <a:pt x="607041" y="1486727"/>
                    <a:pt x="603231" y="1321627"/>
                  </a:cubicBezTo>
                  <a:cubicBezTo>
                    <a:pt x="599421" y="1194627"/>
                    <a:pt x="574021" y="1029527"/>
                    <a:pt x="586721" y="982537"/>
                  </a:cubicBezTo>
                  <a:cubicBezTo>
                    <a:pt x="589261" y="969837"/>
                    <a:pt x="594341" y="964757"/>
                    <a:pt x="601961" y="958407"/>
                  </a:cubicBezTo>
                  <a:cubicBezTo>
                    <a:pt x="610851" y="950787"/>
                    <a:pt x="628631" y="943167"/>
                    <a:pt x="641331" y="943167"/>
                  </a:cubicBezTo>
                  <a:cubicBezTo>
                    <a:pt x="655301" y="943167"/>
                    <a:pt x="671811" y="948247"/>
                    <a:pt x="681971" y="957137"/>
                  </a:cubicBezTo>
                  <a:cubicBezTo>
                    <a:pt x="692131" y="966027"/>
                    <a:pt x="701021" y="977457"/>
                    <a:pt x="702291" y="993967"/>
                  </a:cubicBezTo>
                  <a:cubicBezTo>
                    <a:pt x="706101" y="1020637"/>
                    <a:pt x="681971" y="1057467"/>
                    <a:pt x="671811" y="1105727"/>
                  </a:cubicBezTo>
                  <a:cubicBezTo>
                    <a:pt x="652761" y="1198437"/>
                    <a:pt x="623551" y="1357187"/>
                    <a:pt x="614661" y="1507047"/>
                  </a:cubicBezTo>
                  <a:cubicBezTo>
                    <a:pt x="601961" y="1695007"/>
                    <a:pt x="617201" y="2025207"/>
                    <a:pt x="626091" y="2150937"/>
                  </a:cubicBezTo>
                  <a:cubicBezTo>
                    <a:pt x="629901" y="2203007"/>
                    <a:pt x="646411" y="2236027"/>
                    <a:pt x="641331" y="2262697"/>
                  </a:cubicBezTo>
                  <a:cubicBezTo>
                    <a:pt x="637521" y="2279207"/>
                    <a:pt x="627361" y="2290637"/>
                    <a:pt x="617201" y="2298257"/>
                  </a:cubicBezTo>
                  <a:cubicBezTo>
                    <a:pt x="605771" y="2307147"/>
                    <a:pt x="589261" y="2310957"/>
                    <a:pt x="575291" y="2309687"/>
                  </a:cubicBezTo>
                  <a:cubicBezTo>
                    <a:pt x="561321" y="2308417"/>
                    <a:pt x="546081" y="2300797"/>
                    <a:pt x="535921" y="2290637"/>
                  </a:cubicBezTo>
                  <a:cubicBezTo>
                    <a:pt x="527031" y="2280477"/>
                    <a:pt x="520681" y="2271587"/>
                    <a:pt x="520681" y="2251267"/>
                  </a:cubicBezTo>
                  <a:cubicBezTo>
                    <a:pt x="515601" y="2175067"/>
                    <a:pt x="641331" y="1872807"/>
                    <a:pt x="674351" y="1719137"/>
                  </a:cubicBezTo>
                  <a:cubicBezTo>
                    <a:pt x="699751" y="1604837"/>
                    <a:pt x="698481" y="1522287"/>
                    <a:pt x="721341" y="1415607"/>
                  </a:cubicBezTo>
                  <a:cubicBezTo>
                    <a:pt x="745471" y="1291147"/>
                    <a:pt x="814051" y="1087947"/>
                    <a:pt x="821671" y="1019367"/>
                  </a:cubicBezTo>
                  <a:cubicBezTo>
                    <a:pt x="824211" y="996507"/>
                    <a:pt x="815321" y="986347"/>
                    <a:pt x="820401" y="972377"/>
                  </a:cubicBezTo>
                  <a:cubicBezTo>
                    <a:pt x="825481" y="958407"/>
                    <a:pt x="838181" y="943167"/>
                    <a:pt x="852151" y="936817"/>
                  </a:cubicBezTo>
                  <a:cubicBezTo>
                    <a:pt x="867391" y="929197"/>
                    <a:pt x="894061" y="925387"/>
                    <a:pt x="914381" y="935547"/>
                  </a:cubicBezTo>
                  <a:cubicBezTo>
                    <a:pt x="943591" y="950787"/>
                    <a:pt x="977881" y="1019367"/>
                    <a:pt x="996931" y="1057467"/>
                  </a:cubicBezTo>
                  <a:cubicBezTo>
                    <a:pt x="1009631" y="1084137"/>
                    <a:pt x="1014711" y="1099377"/>
                    <a:pt x="1021061" y="1133667"/>
                  </a:cubicBezTo>
                  <a:cubicBezTo>
                    <a:pt x="1033761" y="1198437"/>
                    <a:pt x="1026141" y="1322897"/>
                    <a:pt x="1040111" y="1423227"/>
                  </a:cubicBezTo>
                  <a:cubicBezTo>
                    <a:pt x="1055351" y="1532447"/>
                    <a:pt x="1090911" y="1632777"/>
                    <a:pt x="1113771" y="1763587"/>
                  </a:cubicBezTo>
                  <a:cubicBezTo>
                    <a:pt x="1142981" y="1935037"/>
                    <a:pt x="1153141" y="2251267"/>
                    <a:pt x="1188701" y="2364297"/>
                  </a:cubicBezTo>
                  <a:cubicBezTo>
                    <a:pt x="1203941" y="2413827"/>
                    <a:pt x="1238231" y="2436687"/>
                    <a:pt x="1240771" y="2463357"/>
                  </a:cubicBezTo>
                  <a:cubicBezTo>
                    <a:pt x="1240771" y="2479867"/>
                    <a:pt x="1231881" y="2496377"/>
                    <a:pt x="1222991" y="2507807"/>
                  </a:cubicBezTo>
                  <a:cubicBezTo>
                    <a:pt x="1216641" y="2516697"/>
                    <a:pt x="1207751" y="2521777"/>
                    <a:pt x="1197591" y="2525587"/>
                  </a:cubicBezTo>
                  <a:cubicBezTo>
                    <a:pt x="1183621" y="2529397"/>
                    <a:pt x="1163301" y="2530667"/>
                    <a:pt x="1149331" y="2525587"/>
                  </a:cubicBezTo>
                  <a:cubicBezTo>
                    <a:pt x="1136631" y="2520507"/>
                    <a:pt x="1121391" y="2505267"/>
                    <a:pt x="1115041" y="2493837"/>
                  </a:cubicBezTo>
                  <a:cubicBezTo>
                    <a:pt x="1108691" y="2484947"/>
                    <a:pt x="1108691" y="2481137"/>
                    <a:pt x="1107421" y="2463357"/>
                  </a:cubicBezTo>
                  <a:cubicBezTo>
                    <a:pt x="1093451" y="2357947"/>
                    <a:pt x="1073131" y="1453707"/>
                    <a:pt x="1104881" y="1357187"/>
                  </a:cubicBezTo>
                  <a:cubicBezTo>
                    <a:pt x="1109961" y="1340677"/>
                    <a:pt x="1113771" y="1338137"/>
                    <a:pt x="1122661" y="1330517"/>
                  </a:cubicBezTo>
                  <a:cubicBezTo>
                    <a:pt x="1134091" y="1322897"/>
                    <a:pt x="1153141" y="1315277"/>
                    <a:pt x="1167111" y="1315277"/>
                  </a:cubicBezTo>
                  <a:cubicBezTo>
                    <a:pt x="1182351" y="1315277"/>
                    <a:pt x="1200131" y="1324167"/>
                    <a:pt x="1210291" y="1333057"/>
                  </a:cubicBezTo>
                  <a:cubicBezTo>
                    <a:pt x="1219181" y="1339407"/>
                    <a:pt x="1225531" y="1343217"/>
                    <a:pt x="1228071" y="1359727"/>
                  </a:cubicBezTo>
                  <a:cubicBezTo>
                    <a:pt x="1243311" y="1429577"/>
                    <a:pt x="1144251" y="1819467"/>
                    <a:pt x="1121391" y="1987107"/>
                  </a:cubicBezTo>
                  <a:cubicBezTo>
                    <a:pt x="1107421" y="2097597"/>
                    <a:pt x="1101071" y="2136967"/>
                    <a:pt x="1095991" y="2263967"/>
                  </a:cubicBezTo>
                  <a:cubicBezTo>
                    <a:pt x="1083291" y="2544637"/>
                    <a:pt x="1149331" y="3474277"/>
                    <a:pt x="1108691" y="3613977"/>
                  </a:cubicBezTo>
                  <a:cubicBezTo>
                    <a:pt x="1099801" y="3643187"/>
                    <a:pt x="1089641" y="3650807"/>
                    <a:pt x="1076941" y="3660967"/>
                  </a:cubicBezTo>
                  <a:cubicBezTo>
                    <a:pt x="1066781" y="3669857"/>
                    <a:pt x="1055351" y="3674937"/>
                    <a:pt x="1041381" y="3676207"/>
                  </a:cubicBezTo>
                  <a:cubicBezTo>
                    <a:pt x="1026141" y="3677477"/>
                    <a:pt x="1002011" y="3673667"/>
                    <a:pt x="986771" y="3663507"/>
                  </a:cubicBezTo>
                  <a:cubicBezTo>
                    <a:pt x="972801" y="3653347"/>
                    <a:pt x="958831" y="3638107"/>
                    <a:pt x="953751" y="3617787"/>
                  </a:cubicBezTo>
                  <a:cubicBezTo>
                    <a:pt x="947401" y="3584767"/>
                    <a:pt x="979151" y="3528887"/>
                    <a:pt x="986771" y="3474277"/>
                  </a:cubicBezTo>
                  <a:cubicBezTo>
                    <a:pt x="995661" y="3405697"/>
                    <a:pt x="1026141" y="3258377"/>
                    <a:pt x="998201" y="3238057"/>
                  </a:cubicBezTo>
                  <a:cubicBezTo>
                    <a:pt x="981691" y="3224087"/>
                    <a:pt x="935971" y="3250757"/>
                    <a:pt x="909301" y="3268537"/>
                  </a:cubicBezTo>
                  <a:cubicBezTo>
                    <a:pt x="882631" y="3286317"/>
                    <a:pt x="868661" y="3324417"/>
                    <a:pt x="841991" y="3347277"/>
                  </a:cubicBezTo>
                  <a:cubicBezTo>
                    <a:pt x="812781" y="3371407"/>
                    <a:pt x="772141" y="3400617"/>
                    <a:pt x="740391" y="3409507"/>
                  </a:cubicBezTo>
                  <a:cubicBezTo>
                    <a:pt x="716261" y="3415857"/>
                    <a:pt x="689591" y="3415857"/>
                    <a:pt x="671811" y="3406967"/>
                  </a:cubicBezTo>
                  <a:cubicBezTo>
                    <a:pt x="656571" y="3400617"/>
                    <a:pt x="645141" y="3381567"/>
                    <a:pt x="638791" y="3367597"/>
                  </a:cubicBezTo>
                  <a:cubicBezTo>
                    <a:pt x="634981" y="3356167"/>
                    <a:pt x="633711" y="3346007"/>
                    <a:pt x="636251" y="3332037"/>
                  </a:cubicBezTo>
                  <a:cubicBezTo>
                    <a:pt x="638791" y="3312987"/>
                    <a:pt x="648951" y="3287587"/>
                    <a:pt x="660381" y="3265997"/>
                  </a:cubicBezTo>
                  <a:cubicBezTo>
                    <a:pt x="675621" y="3239327"/>
                    <a:pt x="699751" y="3225357"/>
                    <a:pt x="721341" y="3188527"/>
                  </a:cubicBezTo>
                  <a:cubicBezTo>
                    <a:pt x="761981" y="3117407"/>
                    <a:pt x="815321" y="2900237"/>
                    <a:pt x="854691" y="2854517"/>
                  </a:cubicBezTo>
                  <a:cubicBezTo>
                    <a:pt x="869931" y="2838007"/>
                    <a:pt x="882631" y="2832927"/>
                    <a:pt x="895331" y="2830387"/>
                  </a:cubicBezTo>
                  <a:cubicBezTo>
                    <a:pt x="906761" y="2827847"/>
                    <a:pt x="916921" y="2829117"/>
                    <a:pt x="927081" y="2832927"/>
                  </a:cubicBezTo>
                  <a:cubicBezTo>
                    <a:pt x="939781" y="2838007"/>
                    <a:pt x="957561" y="2848167"/>
                    <a:pt x="963911" y="2862137"/>
                  </a:cubicBezTo>
                  <a:cubicBezTo>
                    <a:pt x="972801" y="2878647"/>
                    <a:pt x="975341" y="2910397"/>
                    <a:pt x="967721" y="2924367"/>
                  </a:cubicBezTo>
                  <a:cubicBezTo>
                    <a:pt x="958831" y="2937067"/>
                    <a:pt x="934701" y="2930717"/>
                    <a:pt x="918191" y="2947227"/>
                  </a:cubicBezTo>
                  <a:cubicBezTo>
                    <a:pt x="885171" y="2977707"/>
                    <a:pt x="854691" y="3078037"/>
                    <a:pt x="817861" y="3132647"/>
                  </a:cubicBezTo>
                  <a:cubicBezTo>
                    <a:pt x="786111" y="3179637"/>
                    <a:pt x="758171" y="3211387"/>
                    <a:pt x="713721" y="3257107"/>
                  </a:cubicBezTo>
                  <a:cubicBezTo>
                    <a:pt x="648951" y="3325687"/>
                    <a:pt x="546081" y="3420937"/>
                    <a:pt x="458451" y="3490787"/>
                  </a:cubicBezTo>
                  <a:cubicBezTo>
                    <a:pt x="374631" y="3558097"/>
                    <a:pt x="253981" y="3648267"/>
                    <a:pt x="203181" y="3672397"/>
                  </a:cubicBezTo>
                  <a:cubicBezTo>
                    <a:pt x="184131" y="3682557"/>
                    <a:pt x="173971" y="3687637"/>
                    <a:pt x="160001" y="3686367"/>
                  </a:cubicBezTo>
                  <a:cubicBezTo>
                    <a:pt x="143491" y="3683827"/>
                    <a:pt x="118091" y="3669857"/>
                    <a:pt x="109201" y="3654617"/>
                  </a:cubicBezTo>
                  <a:cubicBezTo>
                    <a:pt x="101581" y="3639377"/>
                    <a:pt x="99041" y="3613977"/>
                    <a:pt x="106661" y="3596197"/>
                  </a:cubicBezTo>
                  <a:cubicBezTo>
                    <a:pt x="116821" y="3572067"/>
                    <a:pt x="148571" y="3561907"/>
                    <a:pt x="180321" y="3531427"/>
                  </a:cubicBezTo>
                  <a:cubicBezTo>
                    <a:pt x="243821" y="3466657"/>
                    <a:pt x="378441" y="3315527"/>
                    <a:pt x="458451" y="3215197"/>
                  </a:cubicBezTo>
                  <a:cubicBezTo>
                    <a:pt x="527031" y="3128837"/>
                    <a:pt x="590531" y="3045017"/>
                    <a:pt x="637521" y="2967547"/>
                  </a:cubicBezTo>
                  <a:cubicBezTo>
                    <a:pt x="675621" y="2907857"/>
                    <a:pt x="714991" y="2849437"/>
                    <a:pt x="728961" y="2797367"/>
                  </a:cubicBezTo>
                  <a:cubicBezTo>
                    <a:pt x="740391" y="2756727"/>
                    <a:pt x="718801" y="2705927"/>
                    <a:pt x="734041" y="2685607"/>
                  </a:cubicBezTo>
                  <a:cubicBezTo>
                    <a:pt x="744201" y="2672907"/>
                    <a:pt x="767061" y="2669097"/>
                    <a:pt x="782301" y="2667827"/>
                  </a:cubicBezTo>
                  <a:cubicBezTo>
                    <a:pt x="795001" y="2667827"/>
                    <a:pt x="805161" y="2670367"/>
                    <a:pt x="816591" y="2676717"/>
                  </a:cubicBezTo>
                  <a:cubicBezTo>
                    <a:pt x="829291" y="2684337"/>
                    <a:pt x="844531" y="2702117"/>
                    <a:pt x="849611" y="2716087"/>
                  </a:cubicBezTo>
                  <a:cubicBezTo>
                    <a:pt x="854691" y="2727517"/>
                    <a:pt x="855961" y="2738947"/>
                    <a:pt x="853421" y="2750377"/>
                  </a:cubicBezTo>
                  <a:cubicBezTo>
                    <a:pt x="850881" y="2764347"/>
                    <a:pt x="843261" y="2779587"/>
                    <a:pt x="829291" y="2796097"/>
                  </a:cubicBezTo>
                  <a:cubicBezTo>
                    <a:pt x="807701" y="2822767"/>
                    <a:pt x="748011" y="2851977"/>
                    <a:pt x="718801" y="2882457"/>
                  </a:cubicBezTo>
                  <a:cubicBezTo>
                    <a:pt x="693401" y="2907857"/>
                    <a:pt x="685781" y="2931987"/>
                    <a:pt x="660381" y="2961197"/>
                  </a:cubicBezTo>
                  <a:cubicBezTo>
                    <a:pt x="623551" y="3005647"/>
                    <a:pt x="563861" y="3066607"/>
                    <a:pt x="507981" y="3113597"/>
                  </a:cubicBezTo>
                  <a:cubicBezTo>
                    <a:pt x="452101" y="3161857"/>
                    <a:pt x="368281" y="3231707"/>
                    <a:pt x="323831" y="3246947"/>
                  </a:cubicBezTo>
                  <a:cubicBezTo>
                    <a:pt x="303511" y="3253297"/>
                    <a:pt x="288271" y="3250757"/>
                    <a:pt x="275571" y="3246947"/>
                  </a:cubicBezTo>
                  <a:cubicBezTo>
                    <a:pt x="264141" y="3244407"/>
                    <a:pt x="255251" y="3236787"/>
                    <a:pt x="247631" y="3229167"/>
                  </a:cubicBezTo>
                  <a:cubicBezTo>
                    <a:pt x="240011" y="3221547"/>
                    <a:pt x="233661" y="3211387"/>
                    <a:pt x="232391" y="3199957"/>
                  </a:cubicBezTo>
                  <a:cubicBezTo>
                    <a:pt x="229851" y="3185987"/>
                    <a:pt x="229851" y="3164397"/>
                    <a:pt x="237471" y="3151697"/>
                  </a:cubicBezTo>
                  <a:cubicBezTo>
                    <a:pt x="243821" y="3137727"/>
                    <a:pt x="271761" y="3116137"/>
                    <a:pt x="273031" y="3118677"/>
                  </a:cubicBezTo>
                  <a:cubicBezTo>
                    <a:pt x="275571" y="3119947"/>
                    <a:pt x="236201" y="3168207"/>
                    <a:pt x="238741" y="3169477"/>
                  </a:cubicBezTo>
                  <a:cubicBezTo>
                    <a:pt x="242551" y="3173287"/>
                    <a:pt x="345421" y="3075497"/>
                    <a:pt x="391141" y="3025967"/>
                  </a:cubicBezTo>
                  <a:cubicBezTo>
                    <a:pt x="433051" y="2978977"/>
                    <a:pt x="462261" y="2944687"/>
                    <a:pt x="505441" y="2883727"/>
                  </a:cubicBezTo>
                  <a:cubicBezTo>
                    <a:pt x="574021" y="2785937"/>
                    <a:pt x="668001" y="2597977"/>
                    <a:pt x="750551" y="2487487"/>
                  </a:cubicBezTo>
                  <a:cubicBezTo>
                    <a:pt x="817861" y="2397317"/>
                    <a:pt x="902951" y="2293177"/>
                    <a:pt x="952481" y="2260157"/>
                  </a:cubicBezTo>
                  <a:cubicBezTo>
                    <a:pt x="974071" y="2244917"/>
                    <a:pt x="990581" y="2238567"/>
                    <a:pt x="1007091" y="2241107"/>
                  </a:cubicBezTo>
                  <a:cubicBezTo>
                    <a:pt x="1022331" y="2241107"/>
                    <a:pt x="1037571" y="2252537"/>
                    <a:pt x="1046461" y="2262697"/>
                  </a:cubicBezTo>
                  <a:cubicBezTo>
                    <a:pt x="1054081" y="2270317"/>
                    <a:pt x="1059161" y="2279207"/>
                    <a:pt x="1060431" y="2289367"/>
                  </a:cubicBezTo>
                  <a:cubicBezTo>
                    <a:pt x="1061701" y="2302067"/>
                    <a:pt x="1060431" y="2321117"/>
                    <a:pt x="1054081" y="2333817"/>
                  </a:cubicBezTo>
                  <a:cubicBezTo>
                    <a:pt x="1045191" y="2347787"/>
                    <a:pt x="1024871" y="2352867"/>
                    <a:pt x="1010901" y="2368107"/>
                  </a:cubicBezTo>
                  <a:cubicBezTo>
                    <a:pt x="995661" y="2385887"/>
                    <a:pt x="982961" y="2410017"/>
                    <a:pt x="968991" y="2437957"/>
                  </a:cubicBezTo>
                  <a:cubicBezTo>
                    <a:pt x="949941" y="2478597"/>
                    <a:pt x="933431" y="2538287"/>
                    <a:pt x="909301" y="2585277"/>
                  </a:cubicBezTo>
                  <a:cubicBezTo>
                    <a:pt x="885171" y="2633537"/>
                    <a:pt x="855961" y="2680527"/>
                    <a:pt x="824211" y="2721167"/>
                  </a:cubicBezTo>
                  <a:cubicBezTo>
                    <a:pt x="795001" y="2761807"/>
                    <a:pt x="763251" y="2797367"/>
                    <a:pt x="727691" y="2831657"/>
                  </a:cubicBezTo>
                  <a:cubicBezTo>
                    <a:pt x="690861" y="2867217"/>
                    <a:pt x="656571" y="2896427"/>
                    <a:pt x="607041" y="2933257"/>
                  </a:cubicBezTo>
                  <a:cubicBezTo>
                    <a:pt x="537191" y="2985327"/>
                    <a:pt x="431781" y="3058987"/>
                    <a:pt x="342881" y="3104707"/>
                  </a:cubicBezTo>
                  <a:cubicBezTo>
                    <a:pt x="260331" y="3147887"/>
                    <a:pt x="143491" y="3208847"/>
                    <a:pt x="91421" y="3206307"/>
                  </a:cubicBezTo>
                  <a:cubicBezTo>
                    <a:pt x="68561" y="3205037"/>
                    <a:pt x="50781" y="3189797"/>
                    <a:pt x="41891" y="3178367"/>
                  </a:cubicBezTo>
                  <a:cubicBezTo>
                    <a:pt x="34271" y="3169477"/>
                    <a:pt x="31731" y="3160587"/>
                    <a:pt x="31731" y="3150427"/>
                  </a:cubicBezTo>
                  <a:cubicBezTo>
                    <a:pt x="30461" y="3137727"/>
                    <a:pt x="33001" y="3122487"/>
                    <a:pt x="43161" y="3107247"/>
                  </a:cubicBezTo>
                  <a:cubicBezTo>
                    <a:pt x="60941" y="3080577"/>
                    <a:pt x="110471" y="3061527"/>
                    <a:pt x="152381" y="3020887"/>
                  </a:cubicBezTo>
                  <a:cubicBezTo>
                    <a:pt x="223501" y="2948497"/>
                    <a:pt x="330181" y="2789747"/>
                    <a:pt x="414001" y="2695767"/>
                  </a:cubicBezTo>
                  <a:cubicBezTo>
                    <a:pt x="485121" y="2617027"/>
                    <a:pt x="560051" y="2559877"/>
                    <a:pt x="622281" y="2488757"/>
                  </a:cubicBezTo>
                  <a:cubicBezTo>
                    <a:pt x="679431" y="2423987"/>
                    <a:pt x="730231" y="2363027"/>
                    <a:pt x="774681" y="2291907"/>
                  </a:cubicBezTo>
                  <a:cubicBezTo>
                    <a:pt x="821671" y="2218247"/>
                    <a:pt x="863581" y="2051877"/>
                    <a:pt x="895331" y="2051877"/>
                  </a:cubicBezTo>
                  <a:cubicBezTo>
                    <a:pt x="914381" y="2050607"/>
                    <a:pt x="944861" y="2100137"/>
                    <a:pt x="943591" y="2138237"/>
                  </a:cubicBezTo>
                  <a:cubicBezTo>
                    <a:pt x="939781" y="2210627"/>
                    <a:pt x="791191" y="2374457"/>
                    <a:pt x="723881" y="2455737"/>
                  </a:cubicBezTo>
                  <a:cubicBezTo>
                    <a:pt x="676891" y="2514157"/>
                    <a:pt x="645141" y="2545907"/>
                    <a:pt x="591801" y="2594167"/>
                  </a:cubicBezTo>
                  <a:cubicBezTo>
                    <a:pt x="519411" y="2657667"/>
                    <a:pt x="379711" y="2780857"/>
                    <a:pt x="323831" y="2794827"/>
                  </a:cubicBezTo>
                  <a:cubicBezTo>
                    <a:pt x="300971" y="2799907"/>
                    <a:pt x="287001" y="2794827"/>
                    <a:pt x="273031" y="2787207"/>
                  </a:cubicBezTo>
                  <a:cubicBezTo>
                    <a:pt x="259061" y="2778317"/>
                    <a:pt x="245091" y="2760537"/>
                    <a:pt x="240011" y="2746567"/>
                  </a:cubicBezTo>
                  <a:cubicBezTo>
                    <a:pt x="234931" y="2736407"/>
                    <a:pt x="234931" y="2724977"/>
                    <a:pt x="237471" y="2712277"/>
                  </a:cubicBezTo>
                  <a:cubicBezTo>
                    <a:pt x="240011" y="2693227"/>
                    <a:pt x="246361" y="2674177"/>
                    <a:pt x="262871" y="2644967"/>
                  </a:cubicBezTo>
                  <a:cubicBezTo>
                    <a:pt x="303511" y="2573847"/>
                    <a:pt x="476231" y="2396047"/>
                    <a:pt x="525761" y="2304607"/>
                  </a:cubicBezTo>
                  <a:cubicBezTo>
                    <a:pt x="553701" y="2249997"/>
                    <a:pt x="554971" y="2206817"/>
                    <a:pt x="572751" y="2163637"/>
                  </a:cubicBezTo>
                  <a:cubicBezTo>
                    <a:pt x="587991" y="2126807"/>
                    <a:pt x="603231" y="2089977"/>
                    <a:pt x="626091" y="2062037"/>
                  </a:cubicBezTo>
                  <a:cubicBezTo>
                    <a:pt x="645141" y="2036637"/>
                    <a:pt x="693401" y="1994727"/>
                    <a:pt x="697211" y="1997267"/>
                  </a:cubicBezTo>
                  <a:cubicBezTo>
                    <a:pt x="703561" y="2002347"/>
                    <a:pt x="610851" y="2150937"/>
                    <a:pt x="563861" y="2201737"/>
                  </a:cubicBezTo>
                  <a:cubicBezTo>
                    <a:pt x="528301" y="2239837"/>
                    <a:pt x="490201" y="2266507"/>
                    <a:pt x="454641" y="2285557"/>
                  </a:cubicBezTo>
                  <a:cubicBezTo>
                    <a:pt x="425431" y="2302067"/>
                    <a:pt x="401301" y="2308417"/>
                    <a:pt x="369551" y="2316037"/>
                  </a:cubicBezTo>
                  <a:cubicBezTo>
                    <a:pt x="331451" y="2326197"/>
                    <a:pt x="289541" y="2336357"/>
                    <a:pt x="240011" y="2333817"/>
                  </a:cubicBezTo>
                  <a:cubicBezTo>
                    <a:pt x="172701" y="2328737"/>
                    <a:pt x="20301" y="2310957"/>
                    <a:pt x="2521" y="2270317"/>
                  </a:cubicBezTo>
                  <a:cubicBezTo>
                    <a:pt x="-11449" y="2239837"/>
                    <a:pt x="35541" y="2183957"/>
                    <a:pt x="72371" y="2139507"/>
                  </a:cubicBezTo>
                  <a:cubicBezTo>
                    <a:pt x="125711" y="2076007"/>
                    <a:pt x="223501" y="2025207"/>
                    <a:pt x="320021" y="1943927"/>
                  </a:cubicBezTo>
                  <a:cubicBezTo>
                    <a:pt x="467341" y="1820737"/>
                    <a:pt x="728961" y="1592137"/>
                    <a:pt x="859771" y="1468947"/>
                  </a:cubicBezTo>
                  <a:cubicBezTo>
                    <a:pt x="938511" y="1395287"/>
                    <a:pt x="998201" y="1311467"/>
                    <a:pt x="1040111" y="1284797"/>
                  </a:cubicBezTo>
                  <a:cubicBezTo>
                    <a:pt x="1059161" y="1273367"/>
                    <a:pt x="1071861" y="1269557"/>
                    <a:pt x="1084561" y="1269557"/>
                  </a:cubicBezTo>
                  <a:cubicBezTo>
                    <a:pt x="1095991" y="1268287"/>
                    <a:pt x="1106151" y="1273367"/>
                    <a:pt x="1115041" y="1277177"/>
                  </a:cubicBezTo>
                  <a:cubicBezTo>
                    <a:pt x="1123931" y="1282257"/>
                    <a:pt x="1132821" y="1289877"/>
                    <a:pt x="1137901" y="1300037"/>
                  </a:cubicBezTo>
                  <a:cubicBezTo>
                    <a:pt x="1144251" y="1311467"/>
                    <a:pt x="1149331" y="1327977"/>
                    <a:pt x="1148061" y="1344487"/>
                  </a:cubicBezTo>
                  <a:cubicBezTo>
                    <a:pt x="1145521" y="1368617"/>
                    <a:pt x="1127741" y="1394017"/>
                    <a:pt x="1109961" y="1427037"/>
                  </a:cubicBezTo>
                  <a:cubicBezTo>
                    <a:pt x="1078211" y="1482917"/>
                    <a:pt x="1023601" y="1568007"/>
                    <a:pt x="961371" y="1644207"/>
                  </a:cubicBezTo>
                  <a:cubicBezTo>
                    <a:pt x="880091" y="1743267"/>
                    <a:pt x="704831" y="1928687"/>
                    <a:pt x="651491" y="1960437"/>
                  </a:cubicBezTo>
                  <a:cubicBezTo>
                    <a:pt x="637521" y="1969327"/>
                    <a:pt x="631171" y="1970597"/>
                    <a:pt x="619741" y="1970597"/>
                  </a:cubicBezTo>
                  <a:cubicBezTo>
                    <a:pt x="604501" y="1970597"/>
                    <a:pt x="584181" y="1964247"/>
                    <a:pt x="571481" y="1955357"/>
                  </a:cubicBezTo>
                  <a:cubicBezTo>
                    <a:pt x="558781" y="1945197"/>
                    <a:pt x="548621" y="1924877"/>
                    <a:pt x="546081" y="1910907"/>
                  </a:cubicBezTo>
                  <a:cubicBezTo>
                    <a:pt x="542271" y="1899477"/>
                    <a:pt x="542271" y="1888047"/>
                    <a:pt x="547351" y="1877887"/>
                  </a:cubicBezTo>
                  <a:cubicBezTo>
                    <a:pt x="554971" y="1863917"/>
                    <a:pt x="576561" y="1860107"/>
                    <a:pt x="591801" y="1839787"/>
                  </a:cubicBezTo>
                  <a:cubicBezTo>
                    <a:pt x="622281" y="1799147"/>
                    <a:pt x="659111" y="1681037"/>
                    <a:pt x="689591" y="1631507"/>
                  </a:cubicBezTo>
                  <a:cubicBezTo>
                    <a:pt x="707371" y="1601027"/>
                    <a:pt x="723881" y="1594677"/>
                    <a:pt x="741661" y="1562927"/>
                  </a:cubicBezTo>
                  <a:cubicBezTo>
                    <a:pt x="770871" y="1509587"/>
                    <a:pt x="795001" y="1411797"/>
                    <a:pt x="830561" y="1335597"/>
                  </a:cubicBezTo>
                  <a:cubicBezTo>
                    <a:pt x="867391" y="1255587"/>
                    <a:pt x="923271" y="1174307"/>
                    <a:pt x="956291" y="1095567"/>
                  </a:cubicBezTo>
                  <a:cubicBezTo>
                    <a:pt x="986771" y="1025717"/>
                    <a:pt x="1002011" y="950787"/>
                    <a:pt x="1028681" y="891097"/>
                  </a:cubicBezTo>
                  <a:cubicBezTo>
                    <a:pt x="1050271" y="839027"/>
                    <a:pt x="1088371" y="800927"/>
                    <a:pt x="1099801" y="753937"/>
                  </a:cubicBezTo>
                  <a:cubicBezTo>
                    <a:pt x="1108691" y="709487"/>
                    <a:pt x="1080751" y="644717"/>
                    <a:pt x="1093451" y="618047"/>
                  </a:cubicBezTo>
                  <a:cubicBezTo>
                    <a:pt x="1101071" y="602807"/>
                    <a:pt x="1117581" y="595187"/>
                    <a:pt x="1131551" y="591377"/>
                  </a:cubicBezTo>
                  <a:cubicBezTo>
                    <a:pt x="1145521" y="587567"/>
                    <a:pt x="1165841" y="590107"/>
                    <a:pt x="1177271" y="595187"/>
                  </a:cubicBezTo>
                  <a:cubicBezTo>
                    <a:pt x="1187431" y="600267"/>
                    <a:pt x="1196321" y="606617"/>
                    <a:pt x="1201401" y="616777"/>
                  </a:cubicBezTo>
                  <a:cubicBezTo>
                    <a:pt x="1209021" y="626937"/>
                    <a:pt x="1214101" y="647257"/>
                    <a:pt x="1214101" y="661227"/>
                  </a:cubicBezTo>
                  <a:cubicBezTo>
                    <a:pt x="1212831" y="671387"/>
                    <a:pt x="1211561" y="679007"/>
                    <a:pt x="1202671" y="690437"/>
                  </a:cubicBezTo>
                  <a:cubicBezTo>
                    <a:pt x="1182351" y="719647"/>
                    <a:pt x="1109961" y="767907"/>
                    <a:pt x="1057891" y="817437"/>
                  </a:cubicBezTo>
                  <a:cubicBezTo>
                    <a:pt x="993121" y="880937"/>
                    <a:pt x="914381" y="987617"/>
                    <a:pt x="848341" y="1040957"/>
                  </a:cubicBezTo>
                  <a:cubicBezTo>
                    <a:pt x="801351" y="1079057"/>
                    <a:pt x="760711" y="1094297"/>
                    <a:pt x="711181" y="1122237"/>
                  </a:cubicBezTo>
                  <a:cubicBezTo>
                    <a:pt x="655301" y="1152717"/>
                    <a:pt x="598151" y="1193357"/>
                    <a:pt x="529571" y="1216217"/>
                  </a:cubicBezTo>
                  <a:cubicBezTo>
                    <a:pt x="450831" y="1241617"/>
                    <a:pt x="312401" y="1240347"/>
                    <a:pt x="264141" y="1255587"/>
                  </a:cubicBezTo>
                  <a:cubicBezTo>
                    <a:pt x="243821" y="1261937"/>
                    <a:pt x="238741" y="1273367"/>
                    <a:pt x="224771" y="1274637"/>
                  </a:cubicBezTo>
                  <a:cubicBezTo>
                    <a:pt x="210801" y="1275907"/>
                    <a:pt x="193021" y="1269557"/>
                    <a:pt x="182861" y="1263207"/>
                  </a:cubicBezTo>
                  <a:cubicBezTo>
                    <a:pt x="173971" y="1256857"/>
                    <a:pt x="167621" y="1249237"/>
                    <a:pt x="163811" y="1240347"/>
                  </a:cubicBezTo>
                  <a:cubicBezTo>
                    <a:pt x="158731" y="1228917"/>
                    <a:pt x="154921" y="1212407"/>
                    <a:pt x="158731" y="1195897"/>
                  </a:cubicBezTo>
                  <a:cubicBezTo>
                    <a:pt x="165081" y="1171767"/>
                    <a:pt x="182861" y="1150177"/>
                    <a:pt x="213341" y="1110807"/>
                  </a:cubicBezTo>
                  <a:cubicBezTo>
                    <a:pt x="306051" y="992697"/>
                    <a:pt x="706101" y="615507"/>
                    <a:pt x="839451" y="469457"/>
                  </a:cubicBezTo>
                  <a:cubicBezTo>
                    <a:pt x="905491" y="397067"/>
                    <a:pt x="944861" y="357697"/>
                    <a:pt x="982961" y="304357"/>
                  </a:cubicBezTo>
                  <a:cubicBezTo>
                    <a:pt x="1014711" y="258637"/>
                    <a:pt x="1032491" y="192597"/>
                    <a:pt x="1057891" y="169737"/>
                  </a:cubicBezTo>
                  <a:cubicBezTo>
                    <a:pt x="1071861" y="157037"/>
                    <a:pt x="1087101" y="153227"/>
                    <a:pt x="1099801" y="151957"/>
                  </a:cubicBezTo>
                  <a:cubicBezTo>
                    <a:pt x="1111231" y="150687"/>
                    <a:pt x="1121391" y="153227"/>
                    <a:pt x="1131551" y="158307"/>
                  </a:cubicBezTo>
                  <a:cubicBezTo>
                    <a:pt x="1140441" y="162117"/>
                    <a:pt x="1149331" y="168467"/>
                    <a:pt x="1155681" y="177357"/>
                  </a:cubicBezTo>
                  <a:cubicBezTo>
                    <a:pt x="1162031" y="188787"/>
                    <a:pt x="1168381" y="209107"/>
                    <a:pt x="1168381" y="223077"/>
                  </a:cubicBezTo>
                  <a:cubicBezTo>
                    <a:pt x="1168381" y="233237"/>
                    <a:pt x="1165841" y="244667"/>
                    <a:pt x="1158221" y="252287"/>
                  </a:cubicBezTo>
                  <a:cubicBezTo>
                    <a:pt x="1148061" y="263717"/>
                    <a:pt x="1125201" y="258637"/>
                    <a:pt x="1104881" y="275147"/>
                  </a:cubicBezTo>
                  <a:cubicBezTo>
                    <a:pt x="1051541" y="319597"/>
                    <a:pt x="947401" y="512637"/>
                    <a:pt x="883901" y="596457"/>
                  </a:cubicBezTo>
                  <a:cubicBezTo>
                    <a:pt x="839451" y="654877"/>
                    <a:pt x="808971" y="695517"/>
                    <a:pt x="763251" y="736157"/>
                  </a:cubicBezTo>
                  <a:cubicBezTo>
                    <a:pt x="716261" y="779337"/>
                    <a:pt x="643871" y="832677"/>
                    <a:pt x="604501" y="846647"/>
                  </a:cubicBezTo>
                  <a:cubicBezTo>
                    <a:pt x="585451" y="854267"/>
                    <a:pt x="571481" y="854267"/>
                    <a:pt x="556241" y="850457"/>
                  </a:cubicBezTo>
                  <a:cubicBezTo>
                    <a:pt x="542271" y="846647"/>
                    <a:pt x="527031" y="832677"/>
                    <a:pt x="518141" y="821247"/>
                  </a:cubicBezTo>
                  <a:cubicBezTo>
                    <a:pt x="511791" y="812357"/>
                    <a:pt x="507981" y="800927"/>
                    <a:pt x="507981" y="790767"/>
                  </a:cubicBezTo>
                  <a:cubicBezTo>
                    <a:pt x="507981" y="776797"/>
                    <a:pt x="525761" y="753937"/>
                    <a:pt x="521951" y="743777"/>
                  </a:cubicBezTo>
                  <a:cubicBezTo>
                    <a:pt x="519411" y="736157"/>
                    <a:pt x="500361" y="737427"/>
                    <a:pt x="499091" y="727267"/>
                  </a:cubicBezTo>
                  <a:cubicBezTo>
                    <a:pt x="492741" y="699327"/>
                    <a:pt x="586721" y="592647"/>
                    <a:pt x="618471" y="532957"/>
                  </a:cubicBezTo>
                  <a:cubicBezTo>
                    <a:pt x="645141" y="482157"/>
                    <a:pt x="664191" y="445327"/>
                    <a:pt x="680701" y="391987"/>
                  </a:cubicBezTo>
                  <a:cubicBezTo>
                    <a:pt x="699751" y="325947"/>
                    <a:pt x="689591" y="192597"/>
                    <a:pt x="721341" y="165927"/>
                  </a:cubicBezTo>
                  <a:cubicBezTo>
                    <a:pt x="737851" y="150687"/>
                    <a:pt x="769601" y="157037"/>
                    <a:pt x="787381" y="163387"/>
                  </a:cubicBezTo>
                  <a:cubicBezTo>
                    <a:pt x="802621" y="169737"/>
                    <a:pt x="816591" y="184977"/>
                    <a:pt x="821671" y="200217"/>
                  </a:cubicBezTo>
                  <a:cubicBezTo>
                    <a:pt x="828021" y="217997"/>
                    <a:pt x="828021" y="243397"/>
                    <a:pt x="816591" y="266257"/>
                  </a:cubicBezTo>
                  <a:cubicBezTo>
                    <a:pt x="793731" y="310707"/>
                    <a:pt x="701021" y="374207"/>
                    <a:pt x="645141" y="417387"/>
                  </a:cubicBezTo>
                  <a:cubicBezTo>
                    <a:pt x="595611" y="454217"/>
                    <a:pt x="534651" y="497397"/>
                    <a:pt x="497821" y="511367"/>
                  </a:cubicBezTo>
                  <a:cubicBezTo>
                    <a:pt x="477501" y="518987"/>
                    <a:pt x="463531" y="521527"/>
                    <a:pt x="448291" y="518987"/>
                  </a:cubicBezTo>
                  <a:cubicBezTo>
                    <a:pt x="434321" y="515177"/>
                    <a:pt x="416541" y="502477"/>
                    <a:pt x="407651" y="492317"/>
                  </a:cubicBezTo>
                  <a:cubicBezTo>
                    <a:pt x="400031" y="483427"/>
                    <a:pt x="394951" y="474537"/>
                    <a:pt x="394951" y="460567"/>
                  </a:cubicBezTo>
                  <a:cubicBezTo>
                    <a:pt x="393681" y="436437"/>
                    <a:pt x="410191" y="397067"/>
                    <a:pt x="430511" y="355157"/>
                  </a:cubicBezTo>
                  <a:cubicBezTo>
                    <a:pt x="467341" y="281497"/>
                    <a:pt x="590531" y="66867"/>
                    <a:pt x="626091" y="70677"/>
                  </a:cubicBezTo>
                  <a:cubicBezTo>
                    <a:pt x="642601" y="71947"/>
                    <a:pt x="661651" y="124017"/>
                    <a:pt x="655301" y="141797"/>
                  </a:cubicBezTo>
                  <a:cubicBezTo>
                    <a:pt x="647681" y="159577"/>
                    <a:pt x="609581" y="167197"/>
                    <a:pt x="582911" y="176087"/>
                  </a:cubicBezTo>
                  <a:cubicBezTo>
                    <a:pt x="553701" y="186247"/>
                    <a:pt x="520681" y="193867"/>
                    <a:pt x="483851" y="198947"/>
                  </a:cubicBezTo>
                  <a:cubicBezTo>
                    <a:pt x="435591" y="204027"/>
                    <a:pt x="354311" y="211647"/>
                    <a:pt x="318751" y="200217"/>
                  </a:cubicBezTo>
                  <a:cubicBezTo>
                    <a:pt x="298431" y="193867"/>
                    <a:pt x="285731" y="183707"/>
                    <a:pt x="276841" y="171007"/>
                  </a:cubicBezTo>
                  <a:cubicBezTo>
                    <a:pt x="267951" y="158307"/>
                    <a:pt x="262871" y="136717"/>
                    <a:pt x="264141" y="121477"/>
                  </a:cubicBezTo>
                  <a:cubicBezTo>
                    <a:pt x="266681" y="104967"/>
                    <a:pt x="276841" y="87187"/>
                    <a:pt x="288271" y="75757"/>
                  </a:cubicBezTo>
                  <a:cubicBezTo>
                    <a:pt x="299701" y="65597"/>
                    <a:pt x="336531" y="57977"/>
                    <a:pt x="336531" y="57977"/>
                  </a:cubicBezTo>
                </a:path>
              </a:pathLst>
            </a:custGeom>
            <a:solidFill>
              <a:srgbClr val="0571D3"/>
            </a:solidFill>
            <a:ln cap="sq">
              <a:noFill/>
              <a:prstDash val="solid"/>
              <a:miter/>
            </a:ln>
          </p:spPr>
          <p:txBody>
            <a:bodyPr/>
            <a:lstStyle/>
            <a:p>
              <a:endParaRPr lang="en-CA"/>
            </a:p>
          </p:txBody>
        </p:sp>
      </p:grpSp>
      <p:grpSp>
        <p:nvGrpSpPr>
          <p:cNvPr id="46" name="Group 46"/>
          <p:cNvGrpSpPr/>
          <p:nvPr/>
        </p:nvGrpSpPr>
        <p:grpSpPr>
          <a:xfrm>
            <a:off x="3793245" y="4995726"/>
            <a:ext cx="178951" cy="178951"/>
            <a:chOff x="0" y="0"/>
            <a:chExt cx="246380" cy="246380"/>
          </a:xfrm>
        </p:grpSpPr>
        <p:sp>
          <p:nvSpPr>
            <p:cNvPr id="47" name="Freeform 47"/>
            <p:cNvSpPr/>
            <p:nvPr/>
          </p:nvSpPr>
          <p:spPr>
            <a:xfrm>
              <a:off x="47201" y="50800"/>
              <a:ext cx="145839" cy="149490"/>
            </a:xfrm>
            <a:custGeom>
              <a:avLst/>
              <a:gdLst/>
              <a:ahLst/>
              <a:cxnLst/>
              <a:rect l="l" t="t" r="r" b="b"/>
              <a:pathLst>
                <a:path w="145839" h="149490">
                  <a:moveTo>
                    <a:pt x="145839" y="53340"/>
                  </a:moveTo>
                  <a:cubicBezTo>
                    <a:pt x="142029" y="106680"/>
                    <a:pt x="122979" y="135890"/>
                    <a:pt x="103929" y="144780"/>
                  </a:cubicBezTo>
                  <a:cubicBezTo>
                    <a:pt x="84879" y="153670"/>
                    <a:pt x="50589" y="148590"/>
                    <a:pt x="32809" y="140970"/>
                  </a:cubicBezTo>
                  <a:cubicBezTo>
                    <a:pt x="21379" y="135890"/>
                    <a:pt x="12489" y="127000"/>
                    <a:pt x="7409" y="114300"/>
                  </a:cubicBezTo>
                  <a:cubicBezTo>
                    <a:pt x="-211" y="97790"/>
                    <a:pt x="-2751" y="62230"/>
                    <a:pt x="3599" y="44450"/>
                  </a:cubicBezTo>
                  <a:cubicBezTo>
                    <a:pt x="7409" y="31750"/>
                    <a:pt x="16299" y="22860"/>
                    <a:pt x="25189" y="15240"/>
                  </a:cubicBezTo>
                  <a:cubicBezTo>
                    <a:pt x="35349" y="7620"/>
                    <a:pt x="45509" y="1270"/>
                    <a:pt x="59479" y="0"/>
                  </a:cubicBezTo>
                  <a:cubicBezTo>
                    <a:pt x="77259" y="0"/>
                    <a:pt x="126789" y="21590"/>
                    <a:pt x="126789" y="21590"/>
                  </a:cubicBezTo>
                </a:path>
              </a:pathLst>
            </a:custGeom>
            <a:solidFill>
              <a:srgbClr val="0571D3"/>
            </a:solidFill>
            <a:ln cap="sq">
              <a:noFill/>
              <a:prstDash val="solid"/>
              <a:miter/>
            </a:ln>
          </p:spPr>
          <p:txBody>
            <a:bodyPr/>
            <a:lstStyle/>
            <a:p>
              <a:endParaRPr lang="en-CA"/>
            </a:p>
          </p:txBody>
        </p:sp>
      </p:grpSp>
      <p:grpSp>
        <p:nvGrpSpPr>
          <p:cNvPr id="48" name="Group 48"/>
          <p:cNvGrpSpPr/>
          <p:nvPr/>
        </p:nvGrpSpPr>
        <p:grpSpPr>
          <a:xfrm>
            <a:off x="4380830" y="6037145"/>
            <a:ext cx="2219357" cy="296099"/>
            <a:chOff x="0" y="0"/>
            <a:chExt cx="3055620" cy="407670"/>
          </a:xfrm>
        </p:grpSpPr>
        <p:sp>
          <p:nvSpPr>
            <p:cNvPr id="49" name="Freeform 49"/>
            <p:cNvSpPr/>
            <p:nvPr/>
          </p:nvSpPr>
          <p:spPr>
            <a:xfrm>
              <a:off x="50664" y="48782"/>
              <a:ext cx="2953046" cy="335757"/>
            </a:xfrm>
            <a:custGeom>
              <a:avLst/>
              <a:gdLst/>
              <a:ahLst/>
              <a:cxnLst/>
              <a:rect l="l" t="t" r="r" b="b"/>
              <a:pathLst>
                <a:path w="2953046" h="335757">
                  <a:moveTo>
                    <a:pt x="24266" y="256018"/>
                  </a:moveTo>
                  <a:cubicBezTo>
                    <a:pt x="1581286" y="247128"/>
                    <a:pt x="1623196" y="225538"/>
                    <a:pt x="1701936" y="215378"/>
                  </a:cubicBezTo>
                  <a:cubicBezTo>
                    <a:pt x="1783216" y="205218"/>
                    <a:pt x="1863226" y="206488"/>
                    <a:pt x="1952126" y="196328"/>
                  </a:cubicBezTo>
                  <a:cubicBezTo>
                    <a:pt x="2054996" y="186168"/>
                    <a:pt x="2160406" y="168388"/>
                    <a:pt x="2284866" y="148068"/>
                  </a:cubicBezTo>
                  <a:cubicBezTo>
                    <a:pt x="2446156" y="121398"/>
                    <a:pt x="2729366" y="82028"/>
                    <a:pt x="2834776" y="50278"/>
                  </a:cubicBezTo>
                  <a:cubicBezTo>
                    <a:pt x="2879226" y="37578"/>
                    <a:pt x="2904626" y="8368"/>
                    <a:pt x="2924946" y="10908"/>
                  </a:cubicBezTo>
                  <a:cubicBezTo>
                    <a:pt x="2937646" y="12178"/>
                    <a:pt x="2951616" y="22338"/>
                    <a:pt x="2952886" y="29958"/>
                  </a:cubicBezTo>
                  <a:cubicBezTo>
                    <a:pt x="2954156" y="38848"/>
                    <a:pt x="2947806" y="54088"/>
                    <a:pt x="2936376" y="59168"/>
                  </a:cubicBezTo>
                  <a:cubicBezTo>
                    <a:pt x="2916056" y="70598"/>
                    <a:pt x="2837316" y="60438"/>
                    <a:pt x="2818266" y="50278"/>
                  </a:cubicBezTo>
                  <a:cubicBezTo>
                    <a:pt x="2809376" y="45198"/>
                    <a:pt x="2804296" y="38848"/>
                    <a:pt x="2803026" y="31228"/>
                  </a:cubicBezTo>
                  <a:cubicBezTo>
                    <a:pt x="2801756" y="23608"/>
                    <a:pt x="2809376" y="8368"/>
                    <a:pt x="2816996" y="4558"/>
                  </a:cubicBezTo>
                  <a:cubicBezTo>
                    <a:pt x="2824616" y="748"/>
                    <a:pt x="2841126" y="4558"/>
                    <a:pt x="2847476" y="9638"/>
                  </a:cubicBezTo>
                  <a:cubicBezTo>
                    <a:pt x="2852556" y="14718"/>
                    <a:pt x="2853826" y="26148"/>
                    <a:pt x="2852556" y="33768"/>
                  </a:cubicBezTo>
                  <a:cubicBezTo>
                    <a:pt x="2851286" y="40118"/>
                    <a:pt x="2843666" y="49008"/>
                    <a:pt x="2836046" y="51548"/>
                  </a:cubicBezTo>
                  <a:cubicBezTo>
                    <a:pt x="2828426" y="52818"/>
                    <a:pt x="2811916" y="47738"/>
                    <a:pt x="2806836" y="41388"/>
                  </a:cubicBezTo>
                  <a:cubicBezTo>
                    <a:pt x="2803026" y="36308"/>
                    <a:pt x="2801756" y="24878"/>
                    <a:pt x="2804296" y="18528"/>
                  </a:cubicBezTo>
                  <a:cubicBezTo>
                    <a:pt x="2808106" y="10908"/>
                    <a:pt x="2818266" y="4558"/>
                    <a:pt x="2829696" y="2018"/>
                  </a:cubicBezTo>
                  <a:cubicBezTo>
                    <a:pt x="2852556" y="-3062"/>
                    <a:pt x="2910976" y="2018"/>
                    <a:pt x="2931296" y="10908"/>
                  </a:cubicBezTo>
                  <a:cubicBezTo>
                    <a:pt x="2942726" y="15988"/>
                    <a:pt x="2951616" y="22338"/>
                    <a:pt x="2952886" y="29958"/>
                  </a:cubicBezTo>
                  <a:cubicBezTo>
                    <a:pt x="2954156" y="41388"/>
                    <a:pt x="2938916" y="60438"/>
                    <a:pt x="2924946" y="70598"/>
                  </a:cubicBezTo>
                  <a:cubicBezTo>
                    <a:pt x="2905896" y="85838"/>
                    <a:pt x="2881766" y="89648"/>
                    <a:pt x="2841126" y="101078"/>
                  </a:cubicBezTo>
                  <a:cubicBezTo>
                    <a:pt x="2739526" y="127748"/>
                    <a:pt x="2453776" y="172198"/>
                    <a:pt x="2292486" y="197598"/>
                  </a:cubicBezTo>
                  <a:cubicBezTo>
                    <a:pt x="2166756" y="217918"/>
                    <a:pt x="2058806" y="235698"/>
                    <a:pt x="1955936" y="247128"/>
                  </a:cubicBezTo>
                  <a:cubicBezTo>
                    <a:pt x="1867036" y="257288"/>
                    <a:pt x="1792106" y="254748"/>
                    <a:pt x="1710826" y="264908"/>
                  </a:cubicBezTo>
                  <a:cubicBezTo>
                    <a:pt x="1629546" y="275068"/>
                    <a:pt x="1585096" y="297928"/>
                    <a:pt x="1469526" y="306818"/>
                  </a:cubicBezTo>
                  <a:cubicBezTo>
                    <a:pt x="1191396" y="330948"/>
                    <a:pt x="136026" y="357618"/>
                    <a:pt x="24266" y="306818"/>
                  </a:cubicBezTo>
                  <a:cubicBezTo>
                    <a:pt x="6486" y="299198"/>
                    <a:pt x="-1134" y="287768"/>
                    <a:pt x="136" y="278878"/>
                  </a:cubicBezTo>
                  <a:cubicBezTo>
                    <a:pt x="136" y="271258"/>
                    <a:pt x="24266" y="256018"/>
                    <a:pt x="24266" y="256018"/>
                  </a:cubicBezTo>
                </a:path>
              </a:pathLst>
            </a:custGeom>
            <a:solidFill>
              <a:srgbClr val="AA5ED8"/>
            </a:solidFill>
            <a:ln cap="sq">
              <a:noFill/>
              <a:prstDash val="solid"/>
              <a:miter/>
            </a:ln>
          </p:spPr>
          <p:txBody>
            <a:bodyPr/>
            <a:lstStyle/>
            <a:p>
              <a:endParaRPr lang="en-CA"/>
            </a:p>
          </p:txBody>
        </p:sp>
      </p:grpSp>
      <p:grpSp>
        <p:nvGrpSpPr>
          <p:cNvPr id="50" name="Group 50"/>
          <p:cNvGrpSpPr/>
          <p:nvPr/>
        </p:nvGrpSpPr>
        <p:grpSpPr>
          <a:xfrm>
            <a:off x="4100413" y="6092491"/>
            <a:ext cx="680750" cy="582973"/>
            <a:chOff x="0" y="0"/>
            <a:chExt cx="937260" cy="802640"/>
          </a:xfrm>
        </p:grpSpPr>
        <p:sp>
          <p:nvSpPr>
            <p:cNvPr id="51" name="Freeform 51"/>
            <p:cNvSpPr/>
            <p:nvPr/>
          </p:nvSpPr>
          <p:spPr>
            <a:xfrm>
              <a:off x="50159" y="48031"/>
              <a:ext cx="836631" cy="704944"/>
            </a:xfrm>
            <a:custGeom>
              <a:avLst/>
              <a:gdLst/>
              <a:ahLst/>
              <a:cxnLst/>
              <a:rect l="l" t="t" r="r" b="b"/>
              <a:pathLst>
                <a:path w="836631" h="704944">
                  <a:moveTo>
                    <a:pt x="581031" y="31979"/>
                  </a:moveTo>
                  <a:cubicBezTo>
                    <a:pt x="494671" y="171679"/>
                    <a:pt x="107321" y="377419"/>
                    <a:pt x="34931" y="379959"/>
                  </a:cubicBezTo>
                  <a:cubicBezTo>
                    <a:pt x="17151" y="381229"/>
                    <a:pt x="4451" y="372339"/>
                    <a:pt x="641" y="364719"/>
                  </a:cubicBezTo>
                  <a:cubicBezTo>
                    <a:pt x="-1899" y="357099"/>
                    <a:pt x="3181" y="340589"/>
                    <a:pt x="14611" y="334239"/>
                  </a:cubicBezTo>
                  <a:cubicBezTo>
                    <a:pt x="57791" y="312649"/>
                    <a:pt x="306711" y="390119"/>
                    <a:pt x="418471" y="429489"/>
                  </a:cubicBezTo>
                  <a:cubicBezTo>
                    <a:pt x="503561" y="459969"/>
                    <a:pt x="573411" y="499339"/>
                    <a:pt x="634371" y="533629"/>
                  </a:cubicBezTo>
                  <a:cubicBezTo>
                    <a:pt x="682631" y="560299"/>
                    <a:pt x="734701" y="588239"/>
                    <a:pt x="758831" y="611099"/>
                  </a:cubicBezTo>
                  <a:cubicBezTo>
                    <a:pt x="771531" y="623799"/>
                    <a:pt x="771531" y="636499"/>
                    <a:pt x="782961" y="644119"/>
                  </a:cubicBezTo>
                  <a:cubicBezTo>
                    <a:pt x="795661" y="655549"/>
                    <a:pt x="828681" y="655549"/>
                    <a:pt x="833761" y="666979"/>
                  </a:cubicBezTo>
                  <a:cubicBezTo>
                    <a:pt x="837571" y="675869"/>
                    <a:pt x="829951" y="697459"/>
                    <a:pt x="823601" y="702539"/>
                  </a:cubicBezTo>
                  <a:cubicBezTo>
                    <a:pt x="817251" y="706349"/>
                    <a:pt x="805821" y="705079"/>
                    <a:pt x="799471" y="702539"/>
                  </a:cubicBezTo>
                  <a:cubicBezTo>
                    <a:pt x="793121" y="698729"/>
                    <a:pt x="786771" y="688569"/>
                    <a:pt x="786771" y="682219"/>
                  </a:cubicBezTo>
                  <a:cubicBezTo>
                    <a:pt x="785501" y="674599"/>
                    <a:pt x="790581" y="664439"/>
                    <a:pt x="795661" y="660629"/>
                  </a:cubicBezTo>
                  <a:cubicBezTo>
                    <a:pt x="800741" y="655549"/>
                    <a:pt x="812171" y="651739"/>
                    <a:pt x="818521" y="655549"/>
                  </a:cubicBezTo>
                  <a:cubicBezTo>
                    <a:pt x="826141" y="659359"/>
                    <a:pt x="838841" y="679679"/>
                    <a:pt x="836301" y="688569"/>
                  </a:cubicBezTo>
                  <a:cubicBezTo>
                    <a:pt x="832491" y="696189"/>
                    <a:pt x="817251" y="703809"/>
                    <a:pt x="802011" y="703809"/>
                  </a:cubicBezTo>
                  <a:cubicBezTo>
                    <a:pt x="765181" y="699999"/>
                    <a:pt x="682631" y="618719"/>
                    <a:pt x="619131" y="581889"/>
                  </a:cubicBezTo>
                  <a:cubicBezTo>
                    <a:pt x="551821" y="543789"/>
                    <a:pt x="490861" y="509499"/>
                    <a:pt x="407041" y="479019"/>
                  </a:cubicBezTo>
                  <a:cubicBezTo>
                    <a:pt x="299091" y="439649"/>
                    <a:pt x="60331" y="418059"/>
                    <a:pt x="17151" y="381229"/>
                  </a:cubicBezTo>
                  <a:cubicBezTo>
                    <a:pt x="4451" y="369799"/>
                    <a:pt x="-1899" y="358369"/>
                    <a:pt x="1911" y="346939"/>
                  </a:cubicBezTo>
                  <a:cubicBezTo>
                    <a:pt x="6991" y="327889"/>
                    <a:pt x="43821" y="315189"/>
                    <a:pt x="83191" y="292329"/>
                  </a:cubicBezTo>
                  <a:cubicBezTo>
                    <a:pt x="169551" y="241529"/>
                    <a:pt x="456571" y="138659"/>
                    <a:pt x="514991" y="75159"/>
                  </a:cubicBezTo>
                  <a:cubicBezTo>
                    <a:pt x="539121" y="49759"/>
                    <a:pt x="530231" y="10389"/>
                    <a:pt x="544201" y="2769"/>
                  </a:cubicBezTo>
                  <a:cubicBezTo>
                    <a:pt x="551821" y="-2311"/>
                    <a:pt x="567061" y="229"/>
                    <a:pt x="573411" y="5309"/>
                  </a:cubicBezTo>
                  <a:cubicBezTo>
                    <a:pt x="579761" y="9119"/>
                    <a:pt x="581031" y="31979"/>
                    <a:pt x="581031" y="31979"/>
                  </a:cubicBezTo>
                </a:path>
              </a:pathLst>
            </a:custGeom>
            <a:solidFill>
              <a:srgbClr val="AA5ED8"/>
            </a:solidFill>
            <a:ln cap="sq">
              <a:noFill/>
              <a:prstDash val="solid"/>
              <a:miter/>
            </a:ln>
          </p:spPr>
          <p:txBody>
            <a:bodyPr/>
            <a:lstStyle/>
            <a:p>
              <a:endParaRPr lang="en-CA"/>
            </a:p>
          </p:txBody>
        </p:sp>
      </p:grpSp>
      <p:grpSp>
        <p:nvGrpSpPr>
          <p:cNvPr id="52" name="Group 52"/>
          <p:cNvGrpSpPr/>
          <p:nvPr/>
        </p:nvGrpSpPr>
        <p:grpSpPr>
          <a:xfrm>
            <a:off x="4674162" y="6569385"/>
            <a:ext cx="107924" cy="105157"/>
            <a:chOff x="0" y="0"/>
            <a:chExt cx="148590" cy="144780"/>
          </a:xfrm>
        </p:grpSpPr>
        <p:sp>
          <p:nvSpPr>
            <p:cNvPr id="53" name="Freeform 53"/>
            <p:cNvSpPr/>
            <p:nvPr/>
          </p:nvSpPr>
          <p:spPr>
            <a:xfrm>
              <a:off x="48446" y="49054"/>
              <a:ext cx="48074" cy="40785"/>
            </a:xfrm>
            <a:custGeom>
              <a:avLst/>
              <a:gdLst/>
              <a:ahLst/>
              <a:cxnLst/>
              <a:rect l="l" t="t" r="r" b="b"/>
              <a:pathLst>
                <a:path w="48074" h="40785">
                  <a:moveTo>
                    <a:pt x="48074" y="14446"/>
                  </a:moveTo>
                  <a:cubicBezTo>
                    <a:pt x="26484" y="48736"/>
                    <a:pt x="6164" y="42386"/>
                    <a:pt x="2354" y="34766"/>
                  </a:cubicBezTo>
                  <a:cubicBezTo>
                    <a:pt x="-2726" y="28416"/>
                    <a:pt x="1084" y="6826"/>
                    <a:pt x="7434" y="1746"/>
                  </a:cubicBezTo>
                  <a:cubicBezTo>
                    <a:pt x="15054" y="-3334"/>
                    <a:pt x="41724" y="4286"/>
                    <a:pt x="41724" y="4286"/>
                  </a:cubicBezTo>
                </a:path>
              </a:pathLst>
            </a:custGeom>
            <a:solidFill>
              <a:srgbClr val="AA5ED8"/>
            </a:solidFill>
            <a:ln cap="sq">
              <a:noFill/>
              <a:prstDash val="solid"/>
              <a:miter/>
            </a:ln>
          </p:spPr>
          <p:txBody>
            <a:bodyPr/>
            <a:lstStyle/>
            <a:p>
              <a:endParaRPr lang="en-CA"/>
            </a:p>
          </p:txBody>
        </p:sp>
      </p:grpSp>
      <p:grpSp>
        <p:nvGrpSpPr>
          <p:cNvPr id="54" name="Group 54"/>
          <p:cNvGrpSpPr/>
          <p:nvPr/>
        </p:nvGrpSpPr>
        <p:grpSpPr>
          <a:xfrm>
            <a:off x="6683205" y="5665408"/>
            <a:ext cx="164192" cy="745320"/>
            <a:chOff x="0" y="0"/>
            <a:chExt cx="226060" cy="1026160"/>
          </a:xfrm>
        </p:grpSpPr>
        <p:sp>
          <p:nvSpPr>
            <p:cNvPr id="55" name="Freeform 55"/>
            <p:cNvSpPr/>
            <p:nvPr/>
          </p:nvSpPr>
          <p:spPr>
            <a:xfrm>
              <a:off x="36488" y="50641"/>
              <a:ext cx="141251" cy="923610"/>
            </a:xfrm>
            <a:custGeom>
              <a:avLst/>
              <a:gdLst/>
              <a:ahLst/>
              <a:cxnLst/>
              <a:rect l="l" t="t" r="r" b="b"/>
              <a:pathLst>
                <a:path w="141251" h="923610">
                  <a:moveTo>
                    <a:pt x="65112" y="24289"/>
                  </a:moveTo>
                  <a:cubicBezTo>
                    <a:pt x="71462" y="458629"/>
                    <a:pt x="87972" y="467519"/>
                    <a:pt x="94322" y="499269"/>
                  </a:cubicBezTo>
                  <a:cubicBezTo>
                    <a:pt x="104482" y="548799"/>
                    <a:pt x="93052" y="636429"/>
                    <a:pt x="100672" y="688499"/>
                  </a:cubicBezTo>
                  <a:cubicBezTo>
                    <a:pt x="107022" y="727869"/>
                    <a:pt x="124802" y="753269"/>
                    <a:pt x="131152" y="787559"/>
                  </a:cubicBezTo>
                  <a:cubicBezTo>
                    <a:pt x="137502" y="823119"/>
                    <a:pt x="146392" y="873919"/>
                    <a:pt x="137502" y="898049"/>
                  </a:cubicBezTo>
                  <a:cubicBezTo>
                    <a:pt x="132422" y="910749"/>
                    <a:pt x="120992" y="923449"/>
                    <a:pt x="112102" y="923449"/>
                  </a:cubicBezTo>
                  <a:cubicBezTo>
                    <a:pt x="104482" y="924719"/>
                    <a:pt x="89242" y="913289"/>
                    <a:pt x="87972" y="904399"/>
                  </a:cubicBezTo>
                  <a:cubicBezTo>
                    <a:pt x="86702" y="896779"/>
                    <a:pt x="99402" y="875189"/>
                    <a:pt x="107022" y="873919"/>
                  </a:cubicBezTo>
                  <a:cubicBezTo>
                    <a:pt x="115912" y="871379"/>
                    <a:pt x="136232" y="886619"/>
                    <a:pt x="137502" y="894239"/>
                  </a:cubicBezTo>
                  <a:cubicBezTo>
                    <a:pt x="138772" y="903129"/>
                    <a:pt x="123532" y="922179"/>
                    <a:pt x="114642" y="923449"/>
                  </a:cubicBezTo>
                  <a:cubicBezTo>
                    <a:pt x="107022" y="924719"/>
                    <a:pt x="94322" y="918369"/>
                    <a:pt x="89242" y="908209"/>
                  </a:cubicBezTo>
                  <a:cubicBezTo>
                    <a:pt x="76542" y="887889"/>
                    <a:pt x="86702" y="833279"/>
                    <a:pt x="80352" y="797719"/>
                  </a:cubicBezTo>
                  <a:cubicBezTo>
                    <a:pt x="74002" y="760889"/>
                    <a:pt x="57492" y="730409"/>
                    <a:pt x="51142" y="689769"/>
                  </a:cubicBezTo>
                  <a:cubicBezTo>
                    <a:pt x="42252" y="638969"/>
                    <a:pt x="53682" y="558959"/>
                    <a:pt x="44792" y="510699"/>
                  </a:cubicBezTo>
                  <a:cubicBezTo>
                    <a:pt x="38442" y="476409"/>
                    <a:pt x="20662" y="464979"/>
                    <a:pt x="14312" y="424339"/>
                  </a:cubicBezTo>
                  <a:cubicBezTo>
                    <a:pt x="342" y="339249"/>
                    <a:pt x="-9818" y="66199"/>
                    <a:pt x="15582" y="19209"/>
                  </a:cubicBezTo>
                  <a:cubicBezTo>
                    <a:pt x="21932" y="5239"/>
                    <a:pt x="34632" y="-1111"/>
                    <a:pt x="42252" y="159"/>
                  </a:cubicBezTo>
                  <a:cubicBezTo>
                    <a:pt x="51142" y="159"/>
                    <a:pt x="65112" y="24289"/>
                    <a:pt x="65112" y="24289"/>
                  </a:cubicBezTo>
                </a:path>
              </a:pathLst>
            </a:custGeom>
            <a:solidFill>
              <a:srgbClr val="AA5ED8"/>
            </a:solidFill>
            <a:ln cap="sq">
              <a:noFill/>
              <a:prstDash val="solid"/>
              <a:miter/>
            </a:ln>
          </p:spPr>
          <p:txBody>
            <a:bodyPr/>
            <a:lstStyle/>
            <a:p>
              <a:endParaRPr lang="en-CA"/>
            </a:p>
          </p:txBody>
        </p:sp>
      </p:grpSp>
      <p:grpSp>
        <p:nvGrpSpPr>
          <p:cNvPr id="56" name="Group 56"/>
          <p:cNvGrpSpPr/>
          <p:nvPr/>
        </p:nvGrpSpPr>
        <p:grpSpPr>
          <a:xfrm>
            <a:off x="6883372" y="5826371"/>
            <a:ext cx="981461" cy="532240"/>
            <a:chOff x="0" y="0"/>
            <a:chExt cx="1351280" cy="732790"/>
          </a:xfrm>
        </p:grpSpPr>
        <p:sp>
          <p:nvSpPr>
            <p:cNvPr id="57" name="Freeform 57"/>
            <p:cNvSpPr/>
            <p:nvPr/>
          </p:nvSpPr>
          <p:spPr>
            <a:xfrm>
              <a:off x="47867" y="49351"/>
              <a:ext cx="1251440" cy="641731"/>
            </a:xfrm>
            <a:custGeom>
              <a:avLst/>
              <a:gdLst/>
              <a:ahLst/>
              <a:cxnLst/>
              <a:rect l="l" t="t" r="r" b="b"/>
              <a:pathLst>
                <a:path w="1251440" h="641731">
                  <a:moveTo>
                    <a:pt x="159143" y="33199"/>
                  </a:moveTo>
                  <a:cubicBezTo>
                    <a:pt x="55003" y="415469"/>
                    <a:pt x="34683" y="466269"/>
                    <a:pt x="51193" y="487859"/>
                  </a:cubicBezTo>
                  <a:cubicBezTo>
                    <a:pt x="63893" y="506909"/>
                    <a:pt x="96913" y="501829"/>
                    <a:pt x="133743" y="505639"/>
                  </a:cubicBezTo>
                  <a:cubicBezTo>
                    <a:pt x="198513" y="513259"/>
                    <a:pt x="317893" y="523419"/>
                    <a:pt x="410603" y="509449"/>
                  </a:cubicBezTo>
                  <a:cubicBezTo>
                    <a:pt x="505853" y="494209"/>
                    <a:pt x="649363" y="457379"/>
                    <a:pt x="696353" y="414199"/>
                  </a:cubicBezTo>
                  <a:cubicBezTo>
                    <a:pt x="720483" y="390069"/>
                    <a:pt x="715403" y="350699"/>
                    <a:pt x="728103" y="331649"/>
                  </a:cubicBezTo>
                  <a:cubicBezTo>
                    <a:pt x="736993" y="320219"/>
                    <a:pt x="752233" y="318949"/>
                    <a:pt x="757313" y="308789"/>
                  </a:cubicBezTo>
                  <a:cubicBezTo>
                    <a:pt x="763663" y="297359"/>
                    <a:pt x="764933" y="282119"/>
                    <a:pt x="762393" y="266879"/>
                  </a:cubicBezTo>
                  <a:cubicBezTo>
                    <a:pt x="759853" y="249099"/>
                    <a:pt x="750963" y="217349"/>
                    <a:pt x="738263" y="207189"/>
                  </a:cubicBezTo>
                  <a:cubicBezTo>
                    <a:pt x="728103" y="199569"/>
                    <a:pt x="711593" y="202109"/>
                    <a:pt x="698893" y="199569"/>
                  </a:cubicBezTo>
                  <a:cubicBezTo>
                    <a:pt x="688733" y="198299"/>
                    <a:pt x="681113" y="194489"/>
                    <a:pt x="669683" y="197029"/>
                  </a:cubicBezTo>
                  <a:cubicBezTo>
                    <a:pt x="654443" y="202109"/>
                    <a:pt x="625233" y="226239"/>
                    <a:pt x="615073" y="240209"/>
                  </a:cubicBezTo>
                  <a:cubicBezTo>
                    <a:pt x="608723" y="249099"/>
                    <a:pt x="608723" y="252909"/>
                    <a:pt x="606183" y="265609"/>
                  </a:cubicBezTo>
                  <a:cubicBezTo>
                    <a:pt x="598563" y="303709"/>
                    <a:pt x="585863" y="468809"/>
                    <a:pt x="597293" y="505639"/>
                  </a:cubicBezTo>
                  <a:cubicBezTo>
                    <a:pt x="601103" y="518339"/>
                    <a:pt x="602373" y="522149"/>
                    <a:pt x="612533" y="529769"/>
                  </a:cubicBezTo>
                  <a:cubicBezTo>
                    <a:pt x="640473" y="548819"/>
                    <a:pt x="720483" y="565329"/>
                    <a:pt x="795413" y="575489"/>
                  </a:cubicBezTo>
                  <a:cubicBezTo>
                    <a:pt x="909713" y="589459"/>
                    <a:pt x="1189113" y="552629"/>
                    <a:pt x="1234833" y="583109"/>
                  </a:cubicBezTo>
                  <a:cubicBezTo>
                    <a:pt x="1248803" y="591999"/>
                    <a:pt x="1252613" y="608509"/>
                    <a:pt x="1250073" y="616129"/>
                  </a:cubicBezTo>
                  <a:cubicBezTo>
                    <a:pt x="1248803" y="623749"/>
                    <a:pt x="1232293" y="633909"/>
                    <a:pt x="1224673" y="632639"/>
                  </a:cubicBezTo>
                  <a:cubicBezTo>
                    <a:pt x="1215783" y="631369"/>
                    <a:pt x="1200543" y="611049"/>
                    <a:pt x="1201813" y="603429"/>
                  </a:cubicBezTo>
                  <a:cubicBezTo>
                    <a:pt x="1203083" y="594539"/>
                    <a:pt x="1224673" y="580569"/>
                    <a:pt x="1232293" y="583109"/>
                  </a:cubicBezTo>
                  <a:cubicBezTo>
                    <a:pt x="1241183" y="584379"/>
                    <a:pt x="1252613" y="605969"/>
                    <a:pt x="1251343" y="613589"/>
                  </a:cubicBezTo>
                  <a:cubicBezTo>
                    <a:pt x="1250073" y="622479"/>
                    <a:pt x="1241183" y="627559"/>
                    <a:pt x="1227213" y="632639"/>
                  </a:cubicBezTo>
                  <a:cubicBezTo>
                    <a:pt x="1171333" y="650419"/>
                    <a:pt x="898283" y="638989"/>
                    <a:pt x="785253" y="625019"/>
                  </a:cubicBezTo>
                  <a:cubicBezTo>
                    <a:pt x="714133" y="614859"/>
                    <a:pt x="648093" y="597079"/>
                    <a:pt x="611263" y="581839"/>
                  </a:cubicBezTo>
                  <a:cubicBezTo>
                    <a:pt x="593483" y="574219"/>
                    <a:pt x="583323" y="569139"/>
                    <a:pt x="571893" y="557709"/>
                  </a:cubicBezTo>
                  <a:cubicBezTo>
                    <a:pt x="560463" y="546279"/>
                    <a:pt x="551573" y="533579"/>
                    <a:pt x="546493" y="509449"/>
                  </a:cubicBezTo>
                  <a:cubicBezTo>
                    <a:pt x="535063" y="457379"/>
                    <a:pt x="546493" y="293549"/>
                    <a:pt x="560463" y="244019"/>
                  </a:cubicBezTo>
                  <a:cubicBezTo>
                    <a:pt x="565543" y="223699"/>
                    <a:pt x="569353" y="216079"/>
                    <a:pt x="582053" y="203379"/>
                  </a:cubicBezTo>
                  <a:cubicBezTo>
                    <a:pt x="599833" y="183059"/>
                    <a:pt x="640473" y="153849"/>
                    <a:pt x="669683" y="147499"/>
                  </a:cubicBezTo>
                  <a:cubicBezTo>
                    <a:pt x="695083" y="142419"/>
                    <a:pt x="728103" y="151309"/>
                    <a:pt x="748423" y="160199"/>
                  </a:cubicBezTo>
                  <a:cubicBezTo>
                    <a:pt x="762393" y="166549"/>
                    <a:pt x="771283" y="172899"/>
                    <a:pt x="781443" y="186869"/>
                  </a:cubicBezTo>
                  <a:cubicBezTo>
                    <a:pt x="794143" y="204649"/>
                    <a:pt x="809383" y="245289"/>
                    <a:pt x="811923" y="268149"/>
                  </a:cubicBezTo>
                  <a:cubicBezTo>
                    <a:pt x="813193" y="283389"/>
                    <a:pt x="811923" y="294819"/>
                    <a:pt x="806843" y="308789"/>
                  </a:cubicBezTo>
                  <a:cubicBezTo>
                    <a:pt x="800493" y="324029"/>
                    <a:pt x="780173" y="334189"/>
                    <a:pt x="771283" y="351969"/>
                  </a:cubicBezTo>
                  <a:cubicBezTo>
                    <a:pt x="759853" y="372289"/>
                    <a:pt x="762393" y="407849"/>
                    <a:pt x="750963" y="426899"/>
                  </a:cubicBezTo>
                  <a:cubicBezTo>
                    <a:pt x="740803" y="442139"/>
                    <a:pt x="731913" y="449759"/>
                    <a:pt x="711593" y="461189"/>
                  </a:cubicBezTo>
                  <a:cubicBezTo>
                    <a:pt x="659523" y="490399"/>
                    <a:pt x="510933" y="543739"/>
                    <a:pt x="410603" y="560249"/>
                  </a:cubicBezTo>
                  <a:cubicBezTo>
                    <a:pt x="316623" y="574219"/>
                    <a:pt x="198513" y="565329"/>
                    <a:pt x="128663" y="556439"/>
                  </a:cubicBezTo>
                  <a:cubicBezTo>
                    <a:pt x="86753" y="551359"/>
                    <a:pt x="49923" y="547549"/>
                    <a:pt x="29603" y="533579"/>
                  </a:cubicBezTo>
                  <a:cubicBezTo>
                    <a:pt x="14363" y="523419"/>
                    <a:pt x="8013" y="510719"/>
                    <a:pt x="2933" y="495479"/>
                  </a:cubicBezTo>
                  <a:cubicBezTo>
                    <a:pt x="-2147" y="476429"/>
                    <a:pt x="393" y="457379"/>
                    <a:pt x="2933" y="430709"/>
                  </a:cubicBezTo>
                  <a:cubicBezTo>
                    <a:pt x="9283" y="383719"/>
                    <a:pt x="28333" y="307519"/>
                    <a:pt x="44843" y="242749"/>
                  </a:cubicBezTo>
                  <a:cubicBezTo>
                    <a:pt x="63893" y="169089"/>
                    <a:pt x="86753" y="38279"/>
                    <a:pt x="113423" y="11609"/>
                  </a:cubicBezTo>
                  <a:cubicBezTo>
                    <a:pt x="123583" y="1449"/>
                    <a:pt x="138823" y="-2361"/>
                    <a:pt x="145173" y="1449"/>
                  </a:cubicBezTo>
                  <a:cubicBezTo>
                    <a:pt x="152793" y="5259"/>
                    <a:pt x="159143" y="33199"/>
                    <a:pt x="159143" y="33199"/>
                  </a:cubicBezTo>
                </a:path>
              </a:pathLst>
            </a:custGeom>
            <a:solidFill>
              <a:srgbClr val="AA5ED8"/>
            </a:solidFill>
            <a:ln cap="sq">
              <a:noFill/>
              <a:prstDash val="solid"/>
              <a:miter/>
            </a:ln>
          </p:spPr>
          <p:txBody>
            <a:bodyPr/>
            <a:lstStyle/>
            <a:p>
              <a:endParaRPr lang="en-CA"/>
            </a:p>
          </p:txBody>
        </p:sp>
      </p:grpSp>
      <p:grpSp>
        <p:nvGrpSpPr>
          <p:cNvPr id="58" name="Group 58"/>
          <p:cNvGrpSpPr/>
          <p:nvPr/>
        </p:nvGrpSpPr>
        <p:grpSpPr>
          <a:xfrm>
            <a:off x="7924791" y="6252071"/>
            <a:ext cx="156812" cy="157735"/>
            <a:chOff x="0" y="0"/>
            <a:chExt cx="215900" cy="217170"/>
          </a:xfrm>
        </p:grpSpPr>
        <p:sp>
          <p:nvSpPr>
            <p:cNvPr id="59" name="Freeform 59"/>
            <p:cNvSpPr/>
            <p:nvPr/>
          </p:nvSpPr>
          <p:spPr>
            <a:xfrm>
              <a:off x="49488" y="47665"/>
              <a:ext cx="116746" cy="120035"/>
            </a:xfrm>
            <a:custGeom>
              <a:avLst/>
              <a:gdLst/>
              <a:ahLst/>
              <a:cxnLst/>
              <a:rect l="l" t="t" r="r" b="b"/>
              <a:pathLst>
                <a:path w="116746" h="120035">
                  <a:moveTo>
                    <a:pt x="115612" y="41235"/>
                  </a:moveTo>
                  <a:cubicBezTo>
                    <a:pt x="22902" y="121245"/>
                    <a:pt x="5122" y="113625"/>
                    <a:pt x="1312" y="106005"/>
                  </a:cubicBezTo>
                  <a:cubicBezTo>
                    <a:pt x="-2498" y="99655"/>
                    <a:pt x="2582" y="81875"/>
                    <a:pt x="8932" y="76795"/>
                  </a:cubicBezTo>
                  <a:cubicBezTo>
                    <a:pt x="15282" y="71715"/>
                    <a:pt x="33062" y="71715"/>
                    <a:pt x="39412" y="75525"/>
                  </a:cubicBezTo>
                  <a:cubicBezTo>
                    <a:pt x="45762" y="79335"/>
                    <a:pt x="50842" y="89495"/>
                    <a:pt x="50842" y="97115"/>
                  </a:cubicBezTo>
                  <a:cubicBezTo>
                    <a:pt x="49572" y="103465"/>
                    <a:pt x="44492" y="114895"/>
                    <a:pt x="38142" y="117435"/>
                  </a:cubicBezTo>
                  <a:cubicBezTo>
                    <a:pt x="31792" y="121245"/>
                    <a:pt x="14012" y="121245"/>
                    <a:pt x="7662" y="114895"/>
                  </a:cubicBezTo>
                  <a:cubicBezTo>
                    <a:pt x="1312" y="109815"/>
                    <a:pt x="-1228" y="95845"/>
                    <a:pt x="2582" y="84415"/>
                  </a:cubicBezTo>
                  <a:cubicBezTo>
                    <a:pt x="8932" y="62825"/>
                    <a:pt x="57192" y="15835"/>
                    <a:pt x="80052" y="5675"/>
                  </a:cubicBezTo>
                  <a:cubicBezTo>
                    <a:pt x="91482" y="-675"/>
                    <a:pt x="106722" y="-1945"/>
                    <a:pt x="113072" y="3135"/>
                  </a:cubicBezTo>
                  <a:cubicBezTo>
                    <a:pt x="119422" y="9485"/>
                    <a:pt x="115612" y="41235"/>
                    <a:pt x="115612" y="41235"/>
                  </a:cubicBezTo>
                </a:path>
              </a:pathLst>
            </a:custGeom>
            <a:solidFill>
              <a:srgbClr val="AA5ED8"/>
            </a:solidFill>
            <a:ln cap="sq">
              <a:noFill/>
              <a:prstDash val="solid"/>
              <a:miter/>
            </a:ln>
          </p:spPr>
          <p:txBody>
            <a:bodyPr/>
            <a:lstStyle/>
            <a:p>
              <a:endParaRPr lang="en-CA"/>
            </a:p>
          </p:txBody>
        </p:sp>
      </p:grpSp>
      <p:grpSp>
        <p:nvGrpSpPr>
          <p:cNvPr id="60" name="Group 60"/>
          <p:cNvGrpSpPr/>
          <p:nvPr/>
        </p:nvGrpSpPr>
        <p:grpSpPr>
          <a:xfrm>
            <a:off x="7899885" y="6358150"/>
            <a:ext cx="107924" cy="105157"/>
            <a:chOff x="0" y="0"/>
            <a:chExt cx="148590" cy="144780"/>
          </a:xfrm>
        </p:grpSpPr>
        <p:sp>
          <p:nvSpPr>
            <p:cNvPr id="61" name="Freeform 61"/>
            <p:cNvSpPr/>
            <p:nvPr/>
          </p:nvSpPr>
          <p:spPr>
            <a:xfrm>
              <a:off x="48487" y="49054"/>
              <a:ext cx="48033" cy="40785"/>
            </a:xfrm>
            <a:custGeom>
              <a:avLst/>
              <a:gdLst/>
              <a:ahLst/>
              <a:cxnLst/>
              <a:rect l="l" t="t" r="r" b="b"/>
              <a:pathLst>
                <a:path w="48033" h="40785">
                  <a:moveTo>
                    <a:pt x="48033" y="14446"/>
                  </a:moveTo>
                  <a:cubicBezTo>
                    <a:pt x="26443" y="48736"/>
                    <a:pt x="6123" y="42386"/>
                    <a:pt x="2313" y="34766"/>
                  </a:cubicBezTo>
                  <a:cubicBezTo>
                    <a:pt x="-2767" y="27146"/>
                    <a:pt x="1043" y="6826"/>
                    <a:pt x="8663" y="1746"/>
                  </a:cubicBezTo>
                  <a:cubicBezTo>
                    <a:pt x="15013" y="-3334"/>
                    <a:pt x="41683" y="4286"/>
                    <a:pt x="41683" y="4286"/>
                  </a:cubicBezTo>
                </a:path>
              </a:pathLst>
            </a:custGeom>
            <a:solidFill>
              <a:srgbClr val="AA5ED8"/>
            </a:solidFill>
            <a:ln cap="sq">
              <a:noFill/>
              <a:prstDash val="solid"/>
              <a:miter/>
            </a:ln>
          </p:spPr>
          <p:txBody>
            <a:bodyPr/>
            <a:lstStyle/>
            <a:p>
              <a:endParaRPr lang="en-CA"/>
            </a:p>
          </p:txBody>
        </p:sp>
      </p:grpSp>
      <p:grpSp>
        <p:nvGrpSpPr>
          <p:cNvPr id="62" name="Group 62"/>
          <p:cNvGrpSpPr/>
          <p:nvPr/>
        </p:nvGrpSpPr>
        <p:grpSpPr>
          <a:xfrm>
            <a:off x="7901730" y="5852660"/>
            <a:ext cx="453834" cy="695509"/>
            <a:chOff x="0" y="0"/>
            <a:chExt cx="624840" cy="957580"/>
          </a:xfrm>
        </p:grpSpPr>
        <p:sp>
          <p:nvSpPr>
            <p:cNvPr id="63" name="Freeform 63"/>
            <p:cNvSpPr/>
            <p:nvPr/>
          </p:nvSpPr>
          <p:spPr>
            <a:xfrm>
              <a:off x="27403" y="42028"/>
              <a:ext cx="547773" cy="863601"/>
            </a:xfrm>
            <a:custGeom>
              <a:avLst/>
              <a:gdLst/>
              <a:ahLst/>
              <a:cxnLst/>
              <a:rect l="l" t="t" r="r" b="b"/>
              <a:pathLst>
                <a:path w="547773" h="863601">
                  <a:moveTo>
                    <a:pt x="74197" y="105292"/>
                  </a:moveTo>
                  <a:cubicBezTo>
                    <a:pt x="66577" y="855862"/>
                    <a:pt x="55147" y="864752"/>
                    <a:pt x="46257" y="863482"/>
                  </a:cubicBezTo>
                  <a:cubicBezTo>
                    <a:pt x="37367" y="863482"/>
                    <a:pt x="29747" y="854592"/>
                    <a:pt x="23397" y="839352"/>
                  </a:cubicBezTo>
                  <a:cubicBezTo>
                    <a:pt x="-2003" y="773312"/>
                    <a:pt x="8157" y="373262"/>
                    <a:pt x="23397" y="253882"/>
                  </a:cubicBezTo>
                  <a:cubicBezTo>
                    <a:pt x="31017" y="199272"/>
                    <a:pt x="41177" y="166252"/>
                    <a:pt x="53877" y="135772"/>
                  </a:cubicBezTo>
                  <a:cubicBezTo>
                    <a:pt x="62767" y="115452"/>
                    <a:pt x="67847" y="101482"/>
                    <a:pt x="83087" y="86242"/>
                  </a:cubicBezTo>
                  <a:cubicBezTo>
                    <a:pt x="107217" y="62112"/>
                    <a:pt x="147857" y="31632"/>
                    <a:pt x="196117" y="17662"/>
                  </a:cubicBezTo>
                  <a:cubicBezTo>
                    <a:pt x="267237" y="-2658"/>
                    <a:pt x="428527" y="-5198"/>
                    <a:pt x="479327" y="8772"/>
                  </a:cubicBezTo>
                  <a:cubicBezTo>
                    <a:pt x="499647" y="15122"/>
                    <a:pt x="508537" y="20202"/>
                    <a:pt x="519967" y="35442"/>
                  </a:cubicBezTo>
                  <a:cubicBezTo>
                    <a:pt x="535207" y="59572"/>
                    <a:pt x="544097" y="121802"/>
                    <a:pt x="546637" y="151012"/>
                  </a:cubicBezTo>
                  <a:cubicBezTo>
                    <a:pt x="547907" y="168792"/>
                    <a:pt x="549177" y="178952"/>
                    <a:pt x="544097" y="195462"/>
                  </a:cubicBezTo>
                  <a:cubicBezTo>
                    <a:pt x="535207" y="218322"/>
                    <a:pt x="502187" y="256422"/>
                    <a:pt x="483137" y="274202"/>
                  </a:cubicBezTo>
                  <a:cubicBezTo>
                    <a:pt x="470437" y="285632"/>
                    <a:pt x="462817" y="290712"/>
                    <a:pt x="446307" y="298332"/>
                  </a:cubicBezTo>
                  <a:cubicBezTo>
                    <a:pt x="414557" y="313572"/>
                    <a:pt x="337087" y="321192"/>
                    <a:pt x="305337" y="338972"/>
                  </a:cubicBezTo>
                  <a:cubicBezTo>
                    <a:pt x="283747" y="349132"/>
                    <a:pt x="276127" y="369452"/>
                    <a:pt x="260887" y="377072"/>
                  </a:cubicBezTo>
                  <a:cubicBezTo>
                    <a:pt x="248187" y="382152"/>
                    <a:pt x="236757" y="377072"/>
                    <a:pt x="222787" y="382152"/>
                  </a:cubicBezTo>
                  <a:cubicBezTo>
                    <a:pt x="203737" y="389772"/>
                    <a:pt x="173257" y="424062"/>
                    <a:pt x="156747" y="422792"/>
                  </a:cubicBezTo>
                  <a:cubicBezTo>
                    <a:pt x="146587" y="421522"/>
                    <a:pt x="135157" y="410092"/>
                    <a:pt x="133887" y="402472"/>
                  </a:cubicBezTo>
                  <a:cubicBezTo>
                    <a:pt x="131347" y="394852"/>
                    <a:pt x="135157" y="384692"/>
                    <a:pt x="140237" y="379612"/>
                  </a:cubicBezTo>
                  <a:cubicBezTo>
                    <a:pt x="145317" y="374532"/>
                    <a:pt x="155477" y="370722"/>
                    <a:pt x="163097" y="371992"/>
                  </a:cubicBezTo>
                  <a:cubicBezTo>
                    <a:pt x="169447" y="373262"/>
                    <a:pt x="178337" y="380882"/>
                    <a:pt x="180877" y="387232"/>
                  </a:cubicBezTo>
                  <a:cubicBezTo>
                    <a:pt x="184687" y="393582"/>
                    <a:pt x="184687" y="405012"/>
                    <a:pt x="179607" y="410092"/>
                  </a:cubicBezTo>
                  <a:cubicBezTo>
                    <a:pt x="174527" y="416442"/>
                    <a:pt x="159287" y="422792"/>
                    <a:pt x="151667" y="421522"/>
                  </a:cubicBezTo>
                  <a:cubicBezTo>
                    <a:pt x="144047" y="420252"/>
                    <a:pt x="136427" y="411362"/>
                    <a:pt x="133887" y="405012"/>
                  </a:cubicBezTo>
                  <a:cubicBezTo>
                    <a:pt x="131347" y="398662"/>
                    <a:pt x="132617" y="389772"/>
                    <a:pt x="137697" y="380882"/>
                  </a:cubicBezTo>
                  <a:cubicBezTo>
                    <a:pt x="149127" y="365642"/>
                    <a:pt x="191037" y="340242"/>
                    <a:pt x="213897" y="332622"/>
                  </a:cubicBezTo>
                  <a:cubicBezTo>
                    <a:pt x="230407" y="326272"/>
                    <a:pt x="248187" y="333892"/>
                    <a:pt x="259617" y="326272"/>
                  </a:cubicBezTo>
                  <a:cubicBezTo>
                    <a:pt x="271047" y="319922"/>
                    <a:pt x="272317" y="304682"/>
                    <a:pt x="283747" y="295792"/>
                  </a:cubicBezTo>
                  <a:cubicBezTo>
                    <a:pt x="301527" y="281822"/>
                    <a:pt x="335817" y="269122"/>
                    <a:pt x="362487" y="260232"/>
                  </a:cubicBezTo>
                  <a:cubicBezTo>
                    <a:pt x="389157" y="252612"/>
                    <a:pt x="424717" y="260232"/>
                    <a:pt x="441227" y="247532"/>
                  </a:cubicBezTo>
                  <a:cubicBezTo>
                    <a:pt x="453927" y="238642"/>
                    <a:pt x="452657" y="217052"/>
                    <a:pt x="462817" y="205622"/>
                  </a:cubicBezTo>
                  <a:cubicBezTo>
                    <a:pt x="472977" y="195462"/>
                    <a:pt x="493297" y="194192"/>
                    <a:pt x="499647" y="181492"/>
                  </a:cubicBezTo>
                  <a:cubicBezTo>
                    <a:pt x="505997" y="167522"/>
                    <a:pt x="498377" y="140852"/>
                    <a:pt x="493297" y="120532"/>
                  </a:cubicBezTo>
                  <a:cubicBezTo>
                    <a:pt x="489487" y="100212"/>
                    <a:pt x="492027" y="71002"/>
                    <a:pt x="472977" y="57032"/>
                  </a:cubicBezTo>
                  <a:cubicBezTo>
                    <a:pt x="434877" y="30362"/>
                    <a:pt x="274857" y="49412"/>
                    <a:pt x="212627" y="65922"/>
                  </a:cubicBezTo>
                  <a:cubicBezTo>
                    <a:pt x="174527" y="76082"/>
                    <a:pt x="146587" y="87512"/>
                    <a:pt x="123727" y="114182"/>
                  </a:cubicBezTo>
                  <a:cubicBezTo>
                    <a:pt x="97057" y="145932"/>
                    <a:pt x="85627" y="190382"/>
                    <a:pt x="74197" y="253882"/>
                  </a:cubicBezTo>
                  <a:cubicBezTo>
                    <a:pt x="52607" y="380882"/>
                    <a:pt x="104677" y="773312"/>
                    <a:pt x="74197" y="839352"/>
                  </a:cubicBezTo>
                  <a:cubicBezTo>
                    <a:pt x="66577" y="855862"/>
                    <a:pt x="55147" y="864752"/>
                    <a:pt x="46257" y="863482"/>
                  </a:cubicBezTo>
                  <a:cubicBezTo>
                    <a:pt x="37367" y="863482"/>
                    <a:pt x="29747" y="854592"/>
                    <a:pt x="23397" y="839352"/>
                  </a:cubicBezTo>
                  <a:cubicBezTo>
                    <a:pt x="-4543" y="763152"/>
                    <a:pt x="-10893" y="181492"/>
                    <a:pt x="23397" y="105292"/>
                  </a:cubicBezTo>
                  <a:cubicBezTo>
                    <a:pt x="31017" y="88782"/>
                    <a:pt x="43717" y="79892"/>
                    <a:pt x="52607" y="81162"/>
                  </a:cubicBezTo>
                  <a:cubicBezTo>
                    <a:pt x="60227" y="81162"/>
                    <a:pt x="74197" y="105292"/>
                    <a:pt x="74197" y="105292"/>
                  </a:cubicBezTo>
                </a:path>
              </a:pathLst>
            </a:custGeom>
            <a:solidFill>
              <a:srgbClr val="AA5ED8"/>
            </a:solidFill>
            <a:ln cap="sq">
              <a:noFill/>
              <a:prstDash val="solid"/>
              <a:miter/>
            </a:ln>
          </p:spPr>
          <p:txBody>
            <a:bodyPr/>
            <a:lstStyle/>
            <a:p>
              <a:endParaRPr lang="en-CA"/>
            </a:p>
          </p:txBody>
        </p:sp>
      </p:grpSp>
      <p:grpSp>
        <p:nvGrpSpPr>
          <p:cNvPr id="64" name="Group 64"/>
          <p:cNvGrpSpPr/>
          <p:nvPr/>
        </p:nvGrpSpPr>
        <p:grpSpPr>
          <a:xfrm>
            <a:off x="8355564" y="5905700"/>
            <a:ext cx="347755" cy="320082"/>
            <a:chOff x="0" y="0"/>
            <a:chExt cx="478790" cy="440690"/>
          </a:xfrm>
        </p:grpSpPr>
        <p:sp>
          <p:nvSpPr>
            <p:cNvPr id="65" name="Freeform 65"/>
            <p:cNvSpPr/>
            <p:nvPr/>
          </p:nvSpPr>
          <p:spPr>
            <a:xfrm>
              <a:off x="48895" y="48333"/>
              <a:ext cx="378327" cy="342472"/>
            </a:xfrm>
            <a:custGeom>
              <a:avLst/>
              <a:gdLst/>
              <a:ahLst/>
              <a:cxnLst/>
              <a:rect l="l" t="t" r="r" b="b"/>
              <a:pathLst>
                <a:path w="378327" h="342472">
                  <a:moveTo>
                    <a:pt x="163195" y="87557"/>
                  </a:moveTo>
                  <a:cubicBezTo>
                    <a:pt x="42545" y="69777"/>
                    <a:pt x="34925" y="139627"/>
                    <a:pt x="47625" y="173917"/>
                  </a:cubicBezTo>
                  <a:cubicBezTo>
                    <a:pt x="61595" y="213287"/>
                    <a:pt x="122555" y="255197"/>
                    <a:pt x="163195" y="274247"/>
                  </a:cubicBezTo>
                  <a:cubicBezTo>
                    <a:pt x="197485" y="290757"/>
                    <a:pt x="245745" y="305997"/>
                    <a:pt x="271145" y="292027"/>
                  </a:cubicBezTo>
                  <a:cubicBezTo>
                    <a:pt x="297815" y="279327"/>
                    <a:pt x="309245" y="232337"/>
                    <a:pt x="319405" y="196777"/>
                  </a:cubicBezTo>
                  <a:cubicBezTo>
                    <a:pt x="330835" y="156137"/>
                    <a:pt x="351155" y="85017"/>
                    <a:pt x="332105" y="62157"/>
                  </a:cubicBezTo>
                  <a:cubicBezTo>
                    <a:pt x="315595" y="43107"/>
                    <a:pt x="250825" y="63427"/>
                    <a:pt x="234315" y="50727"/>
                  </a:cubicBezTo>
                  <a:cubicBezTo>
                    <a:pt x="224155" y="41837"/>
                    <a:pt x="219075" y="24057"/>
                    <a:pt x="221615" y="15167"/>
                  </a:cubicBezTo>
                  <a:cubicBezTo>
                    <a:pt x="224155" y="8817"/>
                    <a:pt x="234315" y="2467"/>
                    <a:pt x="240665" y="2467"/>
                  </a:cubicBezTo>
                  <a:cubicBezTo>
                    <a:pt x="248285" y="1197"/>
                    <a:pt x="258445" y="5007"/>
                    <a:pt x="263525" y="10087"/>
                  </a:cubicBezTo>
                  <a:cubicBezTo>
                    <a:pt x="268605" y="16437"/>
                    <a:pt x="269875" y="34217"/>
                    <a:pt x="266065" y="40567"/>
                  </a:cubicBezTo>
                  <a:cubicBezTo>
                    <a:pt x="262255" y="46917"/>
                    <a:pt x="252095" y="53267"/>
                    <a:pt x="244475" y="51997"/>
                  </a:cubicBezTo>
                  <a:cubicBezTo>
                    <a:pt x="236855" y="50727"/>
                    <a:pt x="219075" y="35487"/>
                    <a:pt x="219075" y="26597"/>
                  </a:cubicBezTo>
                  <a:cubicBezTo>
                    <a:pt x="219075" y="18977"/>
                    <a:pt x="227965" y="6277"/>
                    <a:pt x="238125" y="2467"/>
                  </a:cubicBezTo>
                  <a:cubicBezTo>
                    <a:pt x="258445" y="-5153"/>
                    <a:pt x="323215" y="6277"/>
                    <a:pt x="347345" y="17707"/>
                  </a:cubicBezTo>
                  <a:cubicBezTo>
                    <a:pt x="360045" y="25327"/>
                    <a:pt x="368935" y="34217"/>
                    <a:pt x="374015" y="45647"/>
                  </a:cubicBezTo>
                  <a:cubicBezTo>
                    <a:pt x="380365" y="58347"/>
                    <a:pt x="377825" y="72317"/>
                    <a:pt x="377825" y="91367"/>
                  </a:cubicBezTo>
                  <a:cubicBezTo>
                    <a:pt x="377825" y="121847"/>
                    <a:pt x="379095" y="173917"/>
                    <a:pt x="367665" y="212017"/>
                  </a:cubicBezTo>
                  <a:cubicBezTo>
                    <a:pt x="357505" y="248847"/>
                    <a:pt x="334645" y="294567"/>
                    <a:pt x="315595" y="316157"/>
                  </a:cubicBezTo>
                  <a:cubicBezTo>
                    <a:pt x="304165" y="328857"/>
                    <a:pt x="294005" y="336477"/>
                    <a:pt x="277495" y="340287"/>
                  </a:cubicBezTo>
                  <a:cubicBezTo>
                    <a:pt x="252095" y="346637"/>
                    <a:pt x="198755" y="337747"/>
                    <a:pt x="172085" y="331397"/>
                  </a:cubicBezTo>
                  <a:cubicBezTo>
                    <a:pt x="153035" y="326317"/>
                    <a:pt x="145415" y="322507"/>
                    <a:pt x="127635" y="311077"/>
                  </a:cubicBezTo>
                  <a:cubicBezTo>
                    <a:pt x="95885" y="289487"/>
                    <a:pt x="20955" y="223447"/>
                    <a:pt x="5715" y="190427"/>
                  </a:cubicBezTo>
                  <a:cubicBezTo>
                    <a:pt x="-3175" y="173917"/>
                    <a:pt x="635" y="163757"/>
                    <a:pt x="1905" y="145977"/>
                  </a:cubicBezTo>
                  <a:cubicBezTo>
                    <a:pt x="3175" y="116767"/>
                    <a:pt x="8255" y="55807"/>
                    <a:pt x="23495" y="32947"/>
                  </a:cubicBezTo>
                  <a:cubicBezTo>
                    <a:pt x="32385" y="20247"/>
                    <a:pt x="41275" y="13897"/>
                    <a:pt x="57785" y="11357"/>
                  </a:cubicBezTo>
                  <a:cubicBezTo>
                    <a:pt x="86995" y="6277"/>
                    <a:pt x="167005" y="24057"/>
                    <a:pt x="184785" y="41837"/>
                  </a:cubicBezTo>
                  <a:cubicBezTo>
                    <a:pt x="194945" y="50727"/>
                    <a:pt x="197485" y="67237"/>
                    <a:pt x="194945" y="74857"/>
                  </a:cubicBezTo>
                  <a:cubicBezTo>
                    <a:pt x="191135" y="82477"/>
                    <a:pt x="163195" y="87557"/>
                    <a:pt x="163195" y="87557"/>
                  </a:cubicBezTo>
                </a:path>
              </a:pathLst>
            </a:custGeom>
            <a:solidFill>
              <a:srgbClr val="AA5ED8"/>
            </a:solidFill>
            <a:ln cap="sq">
              <a:noFill/>
              <a:prstDash val="solid"/>
              <a:miter/>
            </a:ln>
          </p:spPr>
          <p:txBody>
            <a:bodyPr/>
            <a:lstStyle/>
            <a:p>
              <a:endParaRPr lang="en-CA"/>
            </a:p>
          </p:txBody>
        </p:sp>
      </p:grpSp>
      <p:grpSp>
        <p:nvGrpSpPr>
          <p:cNvPr id="66" name="Group 66"/>
          <p:cNvGrpSpPr/>
          <p:nvPr/>
        </p:nvGrpSpPr>
        <p:grpSpPr>
          <a:xfrm>
            <a:off x="8696861" y="5818530"/>
            <a:ext cx="373583" cy="702889"/>
            <a:chOff x="0" y="0"/>
            <a:chExt cx="514350" cy="967740"/>
          </a:xfrm>
        </p:grpSpPr>
        <p:sp>
          <p:nvSpPr>
            <p:cNvPr id="67" name="Freeform 67"/>
            <p:cNvSpPr/>
            <p:nvPr/>
          </p:nvSpPr>
          <p:spPr>
            <a:xfrm>
              <a:off x="37936" y="50159"/>
              <a:ext cx="429079" cy="865757"/>
            </a:xfrm>
            <a:custGeom>
              <a:avLst/>
              <a:gdLst/>
              <a:ahLst/>
              <a:cxnLst/>
              <a:rect l="l" t="t" r="r" b="b"/>
              <a:pathLst>
                <a:path w="429079" h="865757">
                  <a:moveTo>
                    <a:pt x="62394" y="127641"/>
                  </a:moveTo>
                  <a:cubicBezTo>
                    <a:pt x="100494" y="509911"/>
                    <a:pt x="117004" y="749941"/>
                    <a:pt x="97954" y="817251"/>
                  </a:cubicBezTo>
                  <a:cubicBezTo>
                    <a:pt x="91604" y="838841"/>
                    <a:pt x="81444" y="849001"/>
                    <a:pt x="72554" y="857891"/>
                  </a:cubicBezTo>
                  <a:cubicBezTo>
                    <a:pt x="64934" y="862971"/>
                    <a:pt x="57314" y="866781"/>
                    <a:pt x="49694" y="865511"/>
                  </a:cubicBezTo>
                  <a:cubicBezTo>
                    <a:pt x="42074" y="864241"/>
                    <a:pt x="34454" y="856621"/>
                    <a:pt x="28104" y="846461"/>
                  </a:cubicBezTo>
                  <a:cubicBezTo>
                    <a:pt x="17944" y="826141"/>
                    <a:pt x="17944" y="788041"/>
                    <a:pt x="15404" y="735971"/>
                  </a:cubicBezTo>
                  <a:cubicBezTo>
                    <a:pt x="7784" y="603891"/>
                    <a:pt x="-15076" y="122561"/>
                    <a:pt x="15404" y="45091"/>
                  </a:cubicBezTo>
                  <a:cubicBezTo>
                    <a:pt x="23024" y="26041"/>
                    <a:pt x="29374" y="22231"/>
                    <a:pt x="43344" y="14611"/>
                  </a:cubicBezTo>
                  <a:cubicBezTo>
                    <a:pt x="64934" y="3181"/>
                    <a:pt x="110654" y="-1899"/>
                    <a:pt x="142404" y="641"/>
                  </a:cubicBezTo>
                  <a:cubicBezTo>
                    <a:pt x="174154" y="3181"/>
                    <a:pt x="202094" y="14611"/>
                    <a:pt x="232574" y="28581"/>
                  </a:cubicBezTo>
                  <a:cubicBezTo>
                    <a:pt x="269404" y="45091"/>
                    <a:pt x="317664" y="79381"/>
                    <a:pt x="346874" y="98431"/>
                  </a:cubicBezTo>
                  <a:cubicBezTo>
                    <a:pt x="364654" y="111131"/>
                    <a:pt x="379894" y="117481"/>
                    <a:pt x="390054" y="130181"/>
                  </a:cubicBezTo>
                  <a:cubicBezTo>
                    <a:pt x="401484" y="141611"/>
                    <a:pt x="407834" y="151771"/>
                    <a:pt x="412914" y="170821"/>
                  </a:cubicBezTo>
                  <a:cubicBezTo>
                    <a:pt x="424344" y="210191"/>
                    <a:pt x="435774" y="320681"/>
                    <a:pt x="424344" y="356241"/>
                  </a:cubicBezTo>
                  <a:cubicBezTo>
                    <a:pt x="417994" y="374021"/>
                    <a:pt x="410374" y="381641"/>
                    <a:pt x="397674" y="390531"/>
                  </a:cubicBezTo>
                  <a:cubicBezTo>
                    <a:pt x="378624" y="401961"/>
                    <a:pt x="353224" y="405771"/>
                    <a:pt x="320204" y="409581"/>
                  </a:cubicBezTo>
                  <a:cubicBezTo>
                    <a:pt x="260514" y="417201"/>
                    <a:pt x="100494" y="428631"/>
                    <a:pt x="66204" y="410851"/>
                  </a:cubicBezTo>
                  <a:cubicBezTo>
                    <a:pt x="53504" y="404501"/>
                    <a:pt x="48424" y="394341"/>
                    <a:pt x="48424" y="385451"/>
                  </a:cubicBezTo>
                  <a:cubicBezTo>
                    <a:pt x="49694" y="377831"/>
                    <a:pt x="61124" y="363861"/>
                    <a:pt x="68744" y="362591"/>
                  </a:cubicBezTo>
                  <a:cubicBezTo>
                    <a:pt x="77634" y="361321"/>
                    <a:pt x="97954" y="375291"/>
                    <a:pt x="99224" y="382911"/>
                  </a:cubicBezTo>
                  <a:cubicBezTo>
                    <a:pt x="100494" y="391801"/>
                    <a:pt x="85254" y="412121"/>
                    <a:pt x="76364" y="412121"/>
                  </a:cubicBezTo>
                  <a:cubicBezTo>
                    <a:pt x="68744" y="413391"/>
                    <a:pt x="49694" y="396881"/>
                    <a:pt x="48424" y="387991"/>
                  </a:cubicBezTo>
                  <a:cubicBezTo>
                    <a:pt x="47154" y="380371"/>
                    <a:pt x="53504" y="368941"/>
                    <a:pt x="66204" y="362591"/>
                  </a:cubicBezTo>
                  <a:cubicBezTo>
                    <a:pt x="99224" y="344811"/>
                    <a:pt x="259244" y="365131"/>
                    <a:pt x="313854" y="358781"/>
                  </a:cubicBezTo>
                  <a:cubicBezTo>
                    <a:pt x="343064" y="356241"/>
                    <a:pt x="365924" y="362591"/>
                    <a:pt x="377354" y="346081"/>
                  </a:cubicBezTo>
                  <a:cubicBezTo>
                    <a:pt x="397674" y="319411"/>
                    <a:pt x="386244" y="214001"/>
                    <a:pt x="358304" y="168281"/>
                  </a:cubicBezTo>
                  <a:cubicBezTo>
                    <a:pt x="332904" y="125101"/>
                    <a:pt x="261784" y="98431"/>
                    <a:pt x="221144" y="78111"/>
                  </a:cubicBezTo>
                  <a:cubicBezTo>
                    <a:pt x="191934" y="64141"/>
                    <a:pt x="170344" y="53981"/>
                    <a:pt x="142404" y="50171"/>
                  </a:cubicBezTo>
                  <a:cubicBezTo>
                    <a:pt x="115734" y="47631"/>
                    <a:pt x="80174" y="36201"/>
                    <a:pt x="59854" y="59061"/>
                  </a:cubicBezTo>
                  <a:cubicBezTo>
                    <a:pt x="1434" y="125101"/>
                    <a:pt x="57314" y="605161"/>
                    <a:pt x="66204" y="733431"/>
                  </a:cubicBezTo>
                  <a:cubicBezTo>
                    <a:pt x="68744" y="784231"/>
                    <a:pt x="86524" y="818521"/>
                    <a:pt x="78904" y="840111"/>
                  </a:cubicBezTo>
                  <a:cubicBezTo>
                    <a:pt x="73824" y="854081"/>
                    <a:pt x="58584" y="866781"/>
                    <a:pt x="49694" y="865511"/>
                  </a:cubicBezTo>
                  <a:cubicBezTo>
                    <a:pt x="42074" y="865511"/>
                    <a:pt x="28104" y="849001"/>
                    <a:pt x="28104" y="840111"/>
                  </a:cubicBezTo>
                  <a:cubicBezTo>
                    <a:pt x="26834" y="831221"/>
                    <a:pt x="44614" y="827411"/>
                    <a:pt x="49694" y="810901"/>
                  </a:cubicBezTo>
                  <a:cubicBezTo>
                    <a:pt x="64934" y="763911"/>
                    <a:pt x="48424" y="610241"/>
                    <a:pt x="45884" y="513721"/>
                  </a:cubicBezTo>
                  <a:cubicBezTo>
                    <a:pt x="43344" y="421011"/>
                    <a:pt x="42074" y="311791"/>
                    <a:pt x="33184" y="241941"/>
                  </a:cubicBezTo>
                  <a:cubicBezTo>
                    <a:pt x="28104" y="196221"/>
                    <a:pt x="5244" y="154311"/>
                    <a:pt x="12864" y="131451"/>
                  </a:cubicBezTo>
                  <a:cubicBezTo>
                    <a:pt x="15404" y="118751"/>
                    <a:pt x="26834" y="107321"/>
                    <a:pt x="35724" y="107321"/>
                  </a:cubicBezTo>
                  <a:cubicBezTo>
                    <a:pt x="44614" y="106051"/>
                    <a:pt x="62394" y="127641"/>
                    <a:pt x="62394" y="127641"/>
                  </a:cubicBezTo>
                </a:path>
              </a:pathLst>
            </a:custGeom>
            <a:solidFill>
              <a:srgbClr val="AA5ED8"/>
            </a:solidFill>
            <a:ln cap="sq">
              <a:noFill/>
              <a:prstDash val="solid"/>
              <a:miter/>
            </a:ln>
          </p:spPr>
          <p:txBody>
            <a:bodyPr/>
            <a:lstStyle/>
            <a:p>
              <a:endParaRPr lang="en-CA"/>
            </a:p>
          </p:txBody>
        </p:sp>
      </p:grpSp>
      <p:sp>
        <p:nvSpPr>
          <p:cNvPr id="68" name="Freeform 68"/>
          <p:cNvSpPr/>
          <p:nvPr/>
        </p:nvSpPr>
        <p:spPr>
          <a:xfrm>
            <a:off x="11219199" y="4850786"/>
            <a:ext cx="2770493" cy="4337367"/>
          </a:xfrm>
          <a:custGeom>
            <a:avLst/>
            <a:gdLst/>
            <a:ahLst/>
            <a:cxnLst/>
            <a:rect l="l" t="t" r="r" b="b"/>
            <a:pathLst>
              <a:path w="2770493" h="4337367">
                <a:moveTo>
                  <a:pt x="0" y="0"/>
                </a:moveTo>
                <a:lnTo>
                  <a:pt x="2770493" y="0"/>
                </a:lnTo>
                <a:lnTo>
                  <a:pt x="2770493" y="4337366"/>
                </a:lnTo>
                <a:lnTo>
                  <a:pt x="0" y="4337366"/>
                </a:lnTo>
                <a:lnTo>
                  <a:pt x="0" y="0"/>
                </a:lnTo>
                <a:close/>
              </a:path>
            </a:pathLst>
          </a:custGeom>
          <a:blipFill>
            <a:blip r:embed="rId12"/>
            <a:stretch>
              <a:fillRect/>
            </a:stretch>
          </a:blipFill>
        </p:spPr>
        <p:txBody>
          <a:bodyPr/>
          <a:lstStyle/>
          <a:p>
            <a:endParaRPr lang="en-CA"/>
          </a:p>
        </p:txBody>
      </p:sp>
      <p:grpSp>
        <p:nvGrpSpPr>
          <p:cNvPr id="69" name="Group 69"/>
          <p:cNvGrpSpPr/>
          <p:nvPr/>
        </p:nvGrpSpPr>
        <p:grpSpPr>
          <a:xfrm>
            <a:off x="11269507" y="4614764"/>
            <a:ext cx="2573568" cy="1149343"/>
            <a:chOff x="15240" y="-57150"/>
            <a:chExt cx="3543300" cy="1582420"/>
          </a:xfrm>
        </p:grpSpPr>
        <p:sp>
          <p:nvSpPr>
            <p:cNvPr id="70" name="Freeform 70"/>
            <p:cNvSpPr/>
            <p:nvPr/>
          </p:nvSpPr>
          <p:spPr>
            <a:xfrm>
              <a:off x="-15240" y="57150"/>
              <a:ext cx="3557270" cy="1493520"/>
            </a:xfrm>
            <a:custGeom>
              <a:avLst/>
              <a:gdLst/>
              <a:ahLst/>
              <a:cxnLst/>
              <a:rect l="l" t="t" r="r" b="b"/>
              <a:pathLst>
                <a:path w="3557270" h="1493520">
                  <a:moveTo>
                    <a:pt x="1779270" y="0"/>
                  </a:moveTo>
                  <a:lnTo>
                    <a:pt x="3557270" y="746760"/>
                  </a:lnTo>
                  <a:lnTo>
                    <a:pt x="1779270" y="1493520"/>
                  </a:lnTo>
                  <a:lnTo>
                    <a:pt x="0" y="746760"/>
                  </a:lnTo>
                  <a:lnTo>
                    <a:pt x="1779270" y="0"/>
                  </a:lnTo>
                  <a:close/>
                </a:path>
              </a:pathLst>
            </a:custGeom>
            <a:solidFill>
              <a:srgbClr val="000000">
                <a:alpha val="0"/>
              </a:srgbClr>
            </a:solidFill>
            <a:ln cap="sq">
              <a:noFill/>
              <a:prstDash val="solid"/>
              <a:miter/>
            </a:ln>
          </p:spPr>
          <p:txBody>
            <a:bodyPr/>
            <a:lstStyle/>
            <a:p>
              <a:endParaRPr lang="en-CA"/>
            </a:p>
          </p:txBody>
        </p:sp>
        <p:sp>
          <p:nvSpPr>
            <p:cNvPr id="71" name="Freeform 71"/>
            <p:cNvSpPr/>
            <p:nvPr/>
          </p:nvSpPr>
          <p:spPr>
            <a:xfrm>
              <a:off x="0" y="0"/>
              <a:ext cx="3543300" cy="1582420"/>
            </a:xfrm>
            <a:custGeom>
              <a:avLst/>
              <a:gdLst/>
              <a:ahLst/>
              <a:cxnLst/>
              <a:rect l="l" t="t" r="r" b="b"/>
              <a:pathLst>
                <a:path w="3543300" h="1582420">
                  <a:moveTo>
                    <a:pt x="1785620" y="5080"/>
                  </a:moveTo>
                  <a:lnTo>
                    <a:pt x="3469640" y="712470"/>
                  </a:lnTo>
                  <a:lnTo>
                    <a:pt x="3524250" y="746760"/>
                  </a:lnTo>
                  <a:lnTo>
                    <a:pt x="3534410" y="759460"/>
                  </a:lnTo>
                  <a:lnTo>
                    <a:pt x="3543300" y="789940"/>
                  </a:lnTo>
                  <a:lnTo>
                    <a:pt x="3534410" y="820420"/>
                  </a:lnTo>
                  <a:lnTo>
                    <a:pt x="3524250" y="831850"/>
                  </a:lnTo>
                  <a:lnTo>
                    <a:pt x="3496310" y="845820"/>
                  </a:lnTo>
                  <a:lnTo>
                    <a:pt x="3464560" y="842010"/>
                  </a:lnTo>
                  <a:lnTo>
                    <a:pt x="3451860" y="850900"/>
                  </a:lnTo>
                  <a:lnTo>
                    <a:pt x="3399790" y="911860"/>
                  </a:lnTo>
                  <a:lnTo>
                    <a:pt x="3362960" y="942340"/>
                  </a:lnTo>
                  <a:lnTo>
                    <a:pt x="1899920" y="1557020"/>
                  </a:lnTo>
                  <a:lnTo>
                    <a:pt x="1838960" y="1576070"/>
                  </a:lnTo>
                  <a:lnTo>
                    <a:pt x="1775460" y="1582420"/>
                  </a:lnTo>
                  <a:lnTo>
                    <a:pt x="1681480" y="1565910"/>
                  </a:lnTo>
                  <a:lnTo>
                    <a:pt x="1515110" y="1506220"/>
                  </a:lnTo>
                  <a:lnTo>
                    <a:pt x="66040" y="901700"/>
                  </a:lnTo>
                  <a:lnTo>
                    <a:pt x="36830" y="887730"/>
                  </a:lnTo>
                  <a:lnTo>
                    <a:pt x="15240" y="863600"/>
                  </a:lnTo>
                  <a:lnTo>
                    <a:pt x="0" y="819150"/>
                  </a:lnTo>
                  <a:lnTo>
                    <a:pt x="1270" y="787400"/>
                  </a:lnTo>
                  <a:lnTo>
                    <a:pt x="17780" y="759460"/>
                  </a:lnTo>
                  <a:lnTo>
                    <a:pt x="41910" y="737870"/>
                  </a:lnTo>
                  <a:lnTo>
                    <a:pt x="137160" y="679450"/>
                  </a:lnTo>
                  <a:lnTo>
                    <a:pt x="1701800" y="20320"/>
                  </a:lnTo>
                  <a:lnTo>
                    <a:pt x="1762760" y="0"/>
                  </a:lnTo>
                  <a:lnTo>
                    <a:pt x="1793240" y="7620"/>
                  </a:lnTo>
                  <a:lnTo>
                    <a:pt x="1814830" y="31750"/>
                  </a:lnTo>
                  <a:lnTo>
                    <a:pt x="1821180" y="62230"/>
                  </a:lnTo>
                  <a:lnTo>
                    <a:pt x="1809750" y="91440"/>
                  </a:lnTo>
                  <a:lnTo>
                    <a:pt x="1784350" y="110490"/>
                  </a:lnTo>
                  <a:lnTo>
                    <a:pt x="1752600" y="113030"/>
                  </a:lnTo>
                  <a:lnTo>
                    <a:pt x="1724660" y="99060"/>
                  </a:lnTo>
                  <a:lnTo>
                    <a:pt x="1708150" y="71120"/>
                  </a:lnTo>
                  <a:lnTo>
                    <a:pt x="1709420" y="39370"/>
                  </a:lnTo>
                  <a:lnTo>
                    <a:pt x="1727200" y="12700"/>
                  </a:lnTo>
                  <a:lnTo>
                    <a:pt x="1756410" y="0"/>
                  </a:lnTo>
                  <a:lnTo>
                    <a:pt x="1788160" y="5080"/>
                  </a:lnTo>
                  <a:lnTo>
                    <a:pt x="1812290" y="25400"/>
                  </a:lnTo>
                  <a:lnTo>
                    <a:pt x="1821180" y="55880"/>
                  </a:lnTo>
                  <a:lnTo>
                    <a:pt x="1813560" y="86360"/>
                  </a:lnTo>
                  <a:lnTo>
                    <a:pt x="1789430" y="107950"/>
                  </a:lnTo>
                  <a:lnTo>
                    <a:pt x="267970" y="746760"/>
                  </a:lnTo>
                  <a:lnTo>
                    <a:pt x="153670" y="803910"/>
                  </a:lnTo>
                  <a:lnTo>
                    <a:pt x="153670" y="816610"/>
                  </a:lnTo>
                  <a:lnTo>
                    <a:pt x="167640" y="824230"/>
                  </a:lnTo>
                  <a:lnTo>
                    <a:pt x="228600" y="844550"/>
                  </a:lnTo>
                  <a:lnTo>
                    <a:pt x="1558290" y="1400810"/>
                  </a:lnTo>
                  <a:lnTo>
                    <a:pt x="1694180" y="1451610"/>
                  </a:lnTo>
                  <a:lnTo>
                    <a:pt x="1788160" y="1464310"/>
                  </a:lnTo>
                  <a:lnTo>
                    <a:pt x="1851660" y="1454150"/>
                  </a:lnTo>
                  <a:lnTo>
                    <a:pt x="3164840" y="900430"/>
                  </a:lnTo>
                  <a:lnTo>
                    <a:pt x="3399790" y="796290"/>
                  </a:lnTo>
                  <a:lnTo>
                    <a:pt x="3496310" y="740410"/>
                  </a:lnTo>
                  <a:lnTo>
                    <a:pt x="3511550" y="737870"/>
                  </a:lnTo>
                  <a:lnTo>
                    <a:pt x="3534410" y="759460"/>
                  </a:lnTo>
                  <a:lnTo>
                    <a:pt x="3540760" y="774700"/>
                  </a:lnTo>
                  <a:lnTo>
                    <a:pt x="3540760" y="806450"/>
                  </a:lnTo>
                  <a:lnTo>
                    <a:pt x="3534410" y="820420"/>
                  </a:lnTo>
                  <a:lnTo>
                    <a:pt x="3510280" y="840740"/>
                  </a:lnTo>
                  <a:lnTo>
                    <a:pt x="3495040" y="845820"/>
                  </a:lnTo>
                  <a:lnTo>
                    <a:pt x="3463290" y="842010"/>
                  </a:lnTo>
                  <a:lnTo>
                    <a:pt x="3393440" y="802640"/>
                  </a:lnTo>
                  <a:lnTo>
                    <a:pt x="1738630" y="107950"/>
                  </a:lnTo>
                  <a:lnTo>
                    <a:pt x="1715770" y="87630"/>
                  </a:lnTo>
                  <a:lnTo>
                    <a:pt x="1706880" y="57150"/>
                  </a:lnTo>
                  <a:lnTo>
                    <a:pt x="1709420" y="40640"/>
                  </a:lnTo>
                  <a:lnTo>
                    <a:pt x="1715770" y="26670"/>
                  </a:lnTo>
                  <a:lnTo>
                    <a:pt x="1739900" y="5080"/>
                  </a:lnTo>
                  <a:lnTo>
                    <a:pt x="1770380" y="0"/>
                  </a:lnTo>
                  <a:lnTo>
                    <a:pt x="1785620" y="5080"/>
                  </a:lnTo>
                </a:path>
              </a:pathLst>
            </a:custGeom>
            <a:solidFill>
              <a:srgbClr val="FF6105"/>
            </a:solidFill>
          </p:spPr>
          <p:txBody>
            <a:bodyPr/>
            <a:lstStyle/>
            <a:p>
              <a:endParaRPr lang="en-CA"/>
            </a:p>
          </p:txBody>
        </p:sp>
        <p:sp>
          <p:nvSpPr>
            <p:cNvPr id="72" name="TextBox 72"/>
            <p:cNvSpPr txBox="1"/>
            <p:nvPr/>
          </p:nvSpPr>
          <p:spPr>
            <a:xfrm>
              <a:off x="610870" y="218440"/>
              <a:ext cx="2335530" cy="1018540"/>
            </a:xfrm>
            <a:prstGeom prst="rect">
              <a:avLst/>
            </a:prstGeom>
          </p:spPr>
          <p:txBody>
            <a:bodyPr lIns="49196" tIns="49196" rIns="49196" bIns="49196" rtlCol="0" anchor="ctr"/>
            <a:lstStyle/>
            <a:p>
              <a:pPr algn="ctr">
                <a:lnSpc>
                  <a:spcPts val="2379"/>
                </a:lnSpc>
              </a:pPr>
              <a:endParaRPr/>
            </a:p>
          </p:txBody>
        </p:sp>
      </p:grpSp>
      <p:grpSp>
        <p:nvGrpSpPr>
          <p:cNvPr id="73" name="Group 73"/>
          <p:cNvGrpSpPr/>
          <p:nvPr/>
        </p:nvGrpSpPr>
        <p:grpSpPr>
          <a:xfrm>
            <a:off x="11485355" y="4673800"/>
            <a:ext cx="2555120" cy="1117058"/>
            <a:chOff x="0" y="0"/>
            <a:chExt cx="3517900" cy="1537970"/>
          </a:xfrm>
        </p:grpSpPr>
        <p:sp>
          <p:nvSpPr>
            <p:cNvPr id="74" name="Freeform 74"/>
            <p:cNvSpPr/>
            <p:nvPr/>
          </p:nvSpPr>
          <p:spPr>
            <a:xfrm>
              <a:off x="49248" y="48084"/>
              <a:ext cx="3418895" cy="1439130"/>
            </a:xfrm>
            <a:custGeom>
              <a:avLst/>
              <a:gdLst/>
              <a:ahLst/>
              <a:cxnLst/>
              <a:rect l="l" t="t" r="r" b="b"/>
              <a:pathLst>
                <a:path w="3418895" h="1439130">
                  <a:moveTo>
                    <a:pt x="300002" y="638986"/>
                  </a:moveTo>
                  <a:cubicBezTo>
                    <a:pt x="802922" y="430706"/>
                    <a:pt x="860072" y="412926"/>
                    <a:pt x="913412" y="401496"/>
                  </a:cubicBezTo>
                  <a:cubicBezTo>
                    <a:pt x="952782" y="392606"/>
                    <a:pt x="975642" y="390066"/>
                    <a:pt x="1018822" y="386256"/>
                  </a:cubicBezTo>
                  <a:cubicBezTo>
                    <a:pt x="1088672" y="381176"/>
                    <a:pt x="1209322" y="391336"/>
                    <a:pt x="1291872" y="383716"/>
                  </a:cubicBezTo>
                  <a:cubicBezTo>
                    <a:pt x="1361722" y="377366"/>
                    <a:pt x="1441732" y="345616"/>
                    <a:pt x="1482372" y="350696"/>
                  </a:cubicBezTo>
                  <a:cubicBezTo>
                    <a:pt x="1502692" y="353236"/>
                    <a:pt x="1515392" y="359586"/>
                    <a:pt x="1526822" y="371016"/>
                  </a:cubicBezTo>
                  <a:cubicBezTo>
                    <a:pt x="1538252" y="383716"/>
                    <a:pt x="1548412" y="412926"/>
                    <a:pt x="1545872" y="430706"/>
                  </a:cubicBezTo>
                  <a:cubicBezTo>
                    <a:pt x="1542062" y="449756"/>
                    <a:pt x="1530632" y="464996"/>
                    <a:pt x="1506502" y="480236"/>
                  </a:cubicBezTo>
                  <a:cubicBezTo>
                    <a:pt x="1437922" y="525956"/>
                    <a:pt x="1144552" y="558976"/>
                    <a:pt x="1027712" y="597076"/>
                  </a:cubicBezTo>
                  <a:cubicBezTo>
                    <a:pt x="955322" y="621206"/>
                    <a:pt x="912142" y="650416"/>
                    <a:pt x="860072" y="666926"/>
                  </a:cubicBezTo>
                  <a:cubicBezTo>
                    <a:pt x="816892" y="680896"/>
                    <a:pt x="782602" y="688516"/>
                    <a:pt x="736882" y="694866"/>
                  </a:cubicBezTo>
                  <a:cubicBezTo>
                    <a:pt x="679732" y="701216"/>
                    <a:pt x="590832" y="679626"/>
                    <a:pt x="543842" y="702486"/>
                  </a:cubicBezTo>
                  <a:cubicBezTo>
                    <a:pt x="508282" y="720266"/>
                    <a:pt x="490502" y="773606"/>
                    <a:pt x="468912" y="790116"/>
                  </a:cubicBezTo>
                  <a:cubicBezTo>
                    <a:pt x="456212" y="799006"/>
                    <a:pt x="448592" y="804086"/>
                    <a:pt x="434622" y="804086"/>
                  </a:cubicBezTo>
                  <a:cubicBezTo>
                    <a:pt x="416842" y="805356"/>
                    <a:pt x="382552" y="796466"/>
                    <a:pt x="367312" y="782496"/>
                  </a:cubicBezTo>
                  <a:cubicBezTo>
                    <a:pt x="354612" y="771066"/>
                    <a:pt x="346992" y="748206"/>
                    <a:pt x="345722" y="732966"/>
                  </a:cubicBezTo>
                  <a:cubicBezTo>
                    <a:pt x="344452" y="720266"/>
                    <a:pt x="340642" y="710106"/>
                    <a:pt x="353342" y="697406"/>
                  </a:cubicBezTo>
                  <a:cubicBezTo>
                    <a:pt x="427002" y="621206"/>
                    <a:pt x="1516662" y="327836"/>
                    <a:pt x="1675412" y="404036"/>
                  </a:cubicBezTo>
                  <a:cubicBezTo>
                    <a:pt x="1728752" y="430706"/>
                    <a:pt x="1737642" y="499286"/>
                    <a:pt x="1740182" y="539926"/>
                  </a:cubicBezTo>
                  <a:cubicBezTo>
                    <a:pt x="1742722" y="570406"/>
                    <a:pt x="1731292" y="600886"/>
                    <a:pt x="1713512" y="626286"/>
                  </a:cubicBezTo>
                  <a:cubicBezTo>
                    <a:pt x="1693192" y="654226"/>
                    <a:pt x="1653822" y="675816"/>
                    <a:pt x="1619532" y="697406"/>
                  </a:cubicBezTo>
                  <a:cubicBezTo>
                    <a:pt x="1582702" y="720266"/>
                    <a:pt x="1549682" y="736776"/>
                    <a:pt x="1501422" y="757096"/>
                  </a:cubicBezTo>
                  <a:cubicBezTo>
                    <a:pt x="1430302" y="786306"/>
                    <a:pt x="1319812" y="809166"/>
                    <a:pt x="1232182" y="844726"/>
                  </a:cubicBezTo>
                  <a:cubicBezTo>
                    <a:pt x="1142012" y="881556"/>
                    <a:pt x="1041682" y="947596"/>
                    <a:pt x="968022" y="976806"/>
                  </a:cubicBezTo>
                  <a:cubicBezTo>
                    <a:pt x="915952" y="997126"/>
                    <a:pt x="872772" y="994586"/>
                    <a:pt x="834672" y="1017446"/>
                  </a:cubicBezTo>
                  <a:cubicBezTo>
                    <a:pt x="796572" y="1040306"/>
                    <a:pt x="763552" y="1099996"/>
                    <a:pt x="738152" y="1113966"/>
                  </a:cubicBezTo>
                  <a:cubicBezTo>
                    <a:pt x="724182" y="1120316"/>
                    <a:pt x="715292" y="1121586"/>
                    <a:pt x="702592" y="1120316"/>
                  </a:cubicBezTo>
                  <a:cubicBezTo>
                    <a:pt x="687352" y="1119046"/>
                    <a:pt x="665762" y="1111426"/>
                    <a:pt x="654332" y="1099996"/>
                  </a:cubicBezTo>
                  <a:cubicBezTo>
                    <a:pt x="642902" y="1088566"/>
                    <a:pt x="634012" y="1066976"/>
                    <a:pt x="631472" y="1051736"/>
                  </a:cubicBezTo>
                  <a:cubicBezTo>
                    <a:pt x="630202" y="1039036"/>
                    <a:pt x="631472" y="1027606"/>
                    <a:pt x="637822" y="1016176"/>
                  </a:cubicBezTo>
                  <a:cubicBezTo>
                    <a:pt x="644172" y="1002206"/>
                    <a:pt x="653062" y="986966"/>
                    <a:pt x="674652" y="978076"/>
                  </a:cubicBezTo>
                  <a:cubicBezTo>
                    <a:pt x="724182" y="959026"/>
                    <a:pt x="875312" y="1002206"/>
                    <a:pt x="971832" y="994586"/>
                  </a:cubicBezTo>
                  <a:cubicBezTo>
                    <a:pt x="1063272" y="988236"/>
                    <a:pt x="1138202" y="965376"/>
                    <a:pt x="1235992" y="938706"/>
                  </a:cubicBezTo>
                  <a:cubicBezTo>
                    <a:pt x="1364262" y="904416"/>
                    <a:pt x="1562382" y="838376"/>
                    <a:pt x="1671602" y="797736"/>
                  </a:cubicBezTo>
                  <a:cubicBezTo>
                    <a:pt x="1740182" y="772336"/>
                    <a:pt x="1802412" y="732966"/>
                    <a:pt x="1835432" y="726616"/>
                  </a:cubicBezTo>
                  <a:cubicBezTo>
                    <a:pt x="1849402" y="724076"/>
                    <a:pt x="1855752" y="724076"/>
                    <a:pt x="1867182" y="727886"/>
                  </a:cubicBezTo>
                  <a:cubicBezTo>
                    <a:pt x="1878612" y="732966"/>
                    <a:pt x="1895122" y="745666"/>
                    <a:pt x="1904012" y="755826"/>
                  </a:cubicBezTo>
                  <a:cubicBezTo>
                    <a:pt x="1910362" y="764716"/>
                    <a:pt x="1912902" y="774876"/>
                    <a:pt x="1912902" y="785036"/>
                  </a:cubicBezTo>
                  <a:cubicBezTo>
                    <a:pt x="1914172" y="799006"/>
                    <a:pt x="1907822" y="818056"/>
                    <a:pt x="1900202" y="829486"/>
                  </a:cubicBezTo>
                  <a:cubicBezTo>
                    <a:pt x="1895122" y="838376"/>
                    <a:pt x="1888772" y="840916"/>
                    <a:pt x="1877342" y="848536"/>
                  </a:cubicBezTo>
                  <a:cubicBezTo>
                    <a:pt x="1846862" y="868856"/>
                    <a:pt x="1768122" y="909496"/>
                    <a:pt x="1707162" y="937436"/>
                  </a:cubicBezTo>
                  <a:cubicBezTo>
                    <a:pt x="1637312" y="967916"/>
                    <a:pt x="1563652" y="997126"/>
                    <a:pt x="1479832" y="1025066"/>
                  </a:cubicBezTo>
                  <a:cubicBezTo>
                    <a:pt x="1380772" y="1059356"/>
                    <a:pt x="1189002" y="1149526"/>
                    <a:pt x="1152172" y="1122856"/>
                  </a:cubicBezTo>
                  <a:cubicBezTo>
                    <a:pt x="1134392" y="1108886"/>
                    <a:pt x="1134392" y="1055546"/>
                    <a:pt x="1153442" y="1035226"/>
                  </a:cubicBezTo>
                  <a:cubicBezTo>
                    <a:pt x="1185192" y="1000936"/>
                    <a:pt x="1335052" y="1026336"/>
                    <a:pt x="1416332" y="1013636"/>
                  </a:cubicBezTo>
                  <a:cubicBezTo>
                    <a:pt x="1487452" y="1002206"/>
                    <a:pt x="1547142" y="994586"/>
                    <a:pt x="1615722" y="967916"/>
                  </a:cubicBezTo>
                  <a:cubicBezTo>
                    <a:pt x="1697002" y="936166"/>
                    <a:pt x="1812572" y="862506"/>
                    <a:pt x="1869722" y="824406"/>
                  </a:cubicBezTo>
                  <a:cubicBezTo>
                    <a:pt x="1901472" y="802816"/>
                    <a:pt x="1909092" y="786306"/>
                    <a:pt x="1940842" y="768526"/>
                  </a:cubicBezTo>
                  <a:cubicBezTo>
                    <a:pt x="1992912" y="739316"/>
                    <a:pt x="2107212" y="716456"/>
                    <a:pt x="2160552" y="683436"/>
                  </a:cubicBezTo>
                  <a:cubicBezTo>
                    <a:pt x="2197382" y="660576"/>
                    <a:pt x="2215162" y="628826"/>
                    <a:pt x="2241832" y="608506"/>
                  </a:cubicBezTo>
                  <a:cubicBezTo>
                    <a:pt x="2264692" y="591996"/>
                    <a:pt x="2288822" y="576756"/>
                    <a:pt x="2311682" y="570406"/>
                  </a:cubicBezTo>
                  <a:cubicBezTo>
                    <a:pt x="2329462" y="565326"/>
                    <a:pt x="2348512" y="562786"/>
                    <a:pt x="2365022" y="567866"/>
                  </a:cubicBezTo>
                  <a:cubicBezTo>
                    <a:pt x="2380262" y="572946"/>
                    <a:pt x="2398042" y="586916"/>
                    <a:pt x="2405662" y="600886"/>
                  </a:cubicBezTo>
                  <a:cubicBezTo>
                    <a:pt x="2414552" y="616126"/>
                    <a:pt x="2418362" y="637716"/>
                    <a:pt x="2414552" y="654226"/>
                  </a:cubicBezTo>
                  <a:cubicBezTo>
                    <a:pt x="2410742" y="670736"/>
                    <a:pt x="2403122" y="689786"/>
                    <a:pt x="2386612" y="698676"/>
                  </a:cubicBezTo>
                  <a:cubicBezTo>
                    <a:pt x="2361212" y="713916"/>
                    <a:pt x="2324382" y="707566"/>
                    <a:pt x="2267232" y="708836"/>
                  </a:cubicBezTo>
                  <a:cubicBezTo>
                    <a:pt x="2116102" y="713916"/>
                    <a:pt x="1637312" y="715186"/>
                    <a:pt x="1449352" y="692326"/>
                  </a:cubicBezTo>
                  <a:cubicBezTo>
                    <a:pt x="1346482" y="680896"/>
                    <a:pt x="1284252" y="664386"/>
                    <a:pt x="1215672" y="641526"/>
                  </a:cubicBezTo>
                  <a:cubicBezTo>
                    <a:pt x="1157252" y="621206"/>
                    <a:pt x="1100102" y="600886"/>
                    <a:pt x="1060732" y="566596"/>
                  </a:cubicBezTo>
                  <a:cubicBezTo>
                    <a:pt x="1025172" y="534846"/>
                    <a:pt x="999772" y="490396"/>
                    <a:pt x="981992" y="451026"/>
                  </a:cubicBezTo>
                  <a:cubicBezTo>
                    <a:pt x="965482" y="415466"/>
                    <a:pt x="955322" y="381176"/>
                    <a:pt x="954052" y="343076"/>
                  </a:cubicBezTo>
                  <a:cubicBezTo>
                    <a:pt x="951512" y="299896"/>
                    <a:pt x="957862" y="240206"/>
                    <a:pt x="979452" y="204646"/>
                  </a:cubicBezTo>
                  <a:cubicBezTo>
                    <a:pt x="999772" y="170356"/>
                    <a:pt x="1040412" y="148766"/>
                    <a:pt x="1073432" y="128446"/>
                  </a:cubicBezTo>
                  <a:cubicBezTo>
                    <a:pt x="1106452" y="109396"/>
                    <a:pt x="1136932" y="95426"/>
                    <a:pt x="1177572" y="83996"/>
                  </a:cubicBezTo>
                  <a:cubicBezTo>
                    <a:pt x="1229642" y="68756"/>
                    <a:pt x="1316002" y="47166"/>
                    <a:pt x="1364262" y="54786"/>
                  </a:cubicBezTo>
                  <a:cubicBezTo>
                    <a:pt x="1397282" y="59866"/>
                    <a:pt x="1427762" y="68756"/>
                    <a:pt x="1443002" y="92886"/>
                  </a:cubicBezTo>
                  <a:cubicBezTo>
                    <a:pt x="1464592" y="123366"/>
                    <a:pt x="1478562" y="193216"/>
                    <a:pt x="1453162" y="241476"/>
                  </a:cubicBezTo>
                  <a:cubicBezTo>
                    <a:pt x="1409982" y="326566"/>
                    <a:pt x="1177572" y="433246"/>
                    <a:pt x="1062002" y="482776"/>
                  </a:cubicBezTo>
                  <a:cubicBezTo>
                    <a:pt x="980722" y="517066"/>
                    <a:pt x="913412" y="527226"/>
                    <a:pt x="838482" y="541196"/>
                  </a:cubicBezTo>
                  <a:cubicBezTo>
                    <a:pt x="766092" y="553896"/>
                    <a:pt x="678462" y="548816"/>
                    <a:pt x="620042" y="561516"/>
                  </a:cubicBezTo>
                  <a:cubicBezTo>
                    <a:pt x="578132" y="570406"/>
                    <a:pt x="547652" y="579296"/>
                    <a:pt x="515902" y="595806"/>
                  </a:cubicBezTo>
                  <a:cubicBezTo>
                    <a:pt x="484152" y="611046"/>
                    <a:pt x="465102" y="636446"/>
                    <a:pt x="428272" y="654226"/>
                  </a:cubicBezTo>
                  <a:cubicBezTo>
                    <a:pt x="376202" y="679626"/>
                    <a:pt x="279682" y="707566"/>
                    <a:pt x="223802" y="720266"/>
                  </a:cubicBezTo>
                  <a:cubicBezTo>
                    <a:pt x="186972" y="729156"/>
                    <a:pt x="129822" y="726616"/>
                    <a:pt x="129822" y="732966"/>
                  </a:cubicBezTo>
                  <a:cubicBezTo>
                    <a:pt x="129822" y="746936"/>
                    <a:pt x="330482" y="788846"/>
                    <a:pt x="451132" y="802816"/>
                  </a:cubicBezTo>
                  <a:cubicBezTo>
                    <a:pt x="602262" y="820596"/>
                    <a:pt x="874042" y="800276"/>
                    <a:pt x="969292" y="816786"/>
                  </a:cubicBezTo>
                  <a:cubicBezTo>
                    <a:pt x="1006122" y="823136"/>
                    <a:pt x="1017552" y="835836"/>
                    <a:pt x="1045492" y="840916"/>
                  </a:cubicBezTo>
                  <a:cubicBezTo>
                    <a:pt x="1075972" y="847266"/>
                    <a:pt x="1107722" y="840916"/>
                    <a:pt x="1145822" y="848536"/>
                  </a:cubicBezTo>
                  <a:cubicBezTo>
                    <a:pt x="1197892" y="858696"/>
                    <a:pt x="1266472" y="880286"/>
                    <a:pt x="1326162" y="905686"/>
                  </a:cubicBezTo>
                  <a:cubicBezTo>
                    <a:pt x="1387122" y="932356"/>
                    <a:pt x="1456972" y="988236"/>
                    <a:pt x="1505232" y="1007286"/>
                  </a:cubicBezTo>
                  <a:cubicBezTo>
                    <a:pt x="1535712" y="1018716"/>
                    <a:pt x="1559842" y="1014906"/>
                    <a:pt x="1585242" y="1025066"/>
                  </a:cubicBezTo>
                  <a:cubicBezTo>
                    <a:pt x="1609372" y="1033956"/>
                    <a:pt x="1633502" y="1044116"/>
                    <a:pt x="1653822" y="1061896"/>
                  </a:cubicBezTo>
                  <a:cubicBezTo>
                    <a:pt x="1675412" y="1080946"/>
                    <a:pt x="1685572" y="1124126"/>
                    <a:pt x="1712242" y="1136826"/>
                  </a:cubicBezTo>
                  <a:cubicBezTo>
                    <a:pt x="1740182" y="1149526"/>
                    <a:pt x="1777012" y="1127936"/>
                    <a:pt x="1817652" y="1133016"/>
                  </a:cubicBezTo>
                  <a:cubicBezTo>
                    <a:pt x="1876072" y="1140636"/>
                    <a:pt x="1953542" y="1181276"/>
                    <a:pt x="2022122" y="1193976"/>
                  </a:cubicBezTo>
                  <a:cubicBezTo>
                    <a:pt x="2089432" y="1205406"/>
                    <a:pt x="2170712" y="1224456"/>
                    <a:pt x="2226592" y="1206676"/>
                  </a:cubicBezTo>
                  <a:cubicBezTo>
                    <a:pt x="2273582" y="1190166"/>
                    <a:pt x="2293902" y="1141906"/>
                    <a:pt x="2342162" y="1108886"/>
                  </a:cubicBezTo>
                  <a:cubicBezTo>
                    <a:pt x="2410742" y="1061896"/>
                    <a:pt x="2517422" y="1016176"/>
                    <a:pt x="2606322" y="960296"/>
                  </a:cubicBezTo>
                  <a:cubicBezTo>
                    <a:pt x="2704112" y="900606"/>
                    <a:pt x="2832382" y="796466"/>
                    <a:pt x="2900962" y="758366"/>
                  </a:cubicBezTo>
                  <a:cubicBezTo>
                    <a:pt x="2933982" y="740586"/>
                    <a:pt x="2954302" y="740586"/>
                    <a:pt x="2979702" y="726616"/>
                  </a:cubicBezTo>
                  <a:cubicBezTo>
                    <a:pt x="3005102" y="711376"/>
                    <a:pt x="3024152" y="682166"/>
                    <a:pt x="3054632" y="668196"/>
                  </a:cubicBezTo>
                  <a:cubicBezTo>
                    <a:pt x="3090192" y="651686"/>
                    <a:pt x="3151152" y="633906"/>
                    <a:pt x="3181632" y="640256"/>
                  </a:cubicBezTo>
                  <a:cubicBezTo>
                    <a:pt x="3201952" y="644066"/>
                    <a:pt x="3217192" y="656766"/>
                    <a:pt x="3226082" y="673276"/>
                  </a:cubicBezTo>
                  <a:cubicBezTo>
                    <a:pt x="3236242" y="691056"/>
                    <a:pt x="3237512" y="726616"/>
                    <a:pt x="3232432" y="744396"/>
                  </a:cubicBezTo>
                  <a:cubicBezTo>
                    <a:pt x="3228622" y="757096"/>
                    <a:pt x="3222272" y="762176"/>
                    <a:pt x="3209572" y="773606"/>
                  </a:cubicBezTo>
                  <a:cubicBezTo>
                    <a:pt x="3181632" y="800276"/>
                    <a:pt x="3109242" y="851076"/>
                    <a:pt x="3050822" y="879016"/>
                  </a:cubicBezTo>
                  <a:cubicBezTo>
                    <a:pt x="2989862" y="908226"/>
                    <a:pt x="2926362" y="915846"/>
                    <a:pt x="2850162" y="942516"/>
                  </a:cubicBezTo>
                  <a:cubicBezTo>
                    <a:pt x="2749832" y="979346"/>
                    <a:pt x="2632992" y="1035226"/>
                    <a:pt x="2500912" y="1083486"/>
                  </a:cubicBezTo>
                  <a:cubicBezTo>
                    <a:pt x="2330732" y="1143176"/>
                    <a:pt x="1997992" y="1265096"/>
                    <a:pt x="1911632" y="1265096"/>
                  </a:cubicBezTo>
                  <a:cubicBezTo>
                    <a:pt x="1887502" y="1265096"/>
                    <a:pt x="1877342" y="1260016"/>
                    <a:pt x="1865912" y="1251126"/>
                  </a:cubicBezTo>
                  <a:cubicBezTo>
                    <a:pt x="1853212" y="1242236"/>
                    <a:pt x="1843052" y="1224456"/>
                    <a:pt x="1840512" y="1209216"/>
                  </a:cubicBezTo>
                  <a:cubicBezTo>
                    <a:pt x="1836702" y="1195246"/>
                    <a:pt x="1840512" y="1174926"/>
                    <a:pt x="1848132" y="1162226"/>
                  </a:cubicBezTo>
                  <a:cubicBezTo>
                    <a:pt x="1855752" y="1148256"/>
                    <a:pt x="1868452" y="1136826"/>
                    <a:pt x="1886232" y="1131746"/>
                  </a:cubicBezTo>
                  <a:cubicBezTo>
                    <a:pt x="1915442" y="1121586"/>
                    <a:pt x="1954812" y="1140636"/>
                    <a:pt x="2010692" y="1138096"/>
                  </a:cubicBezTo>
                  <a:cubicBezTo>
                    <a:pt x="2126262" y="1131746"/>
                    <a:pt x="2396772" y="1084756"/>
                    <a:pt x="2537742" y="1047926"/>
                  </a:cubicBezTo>
                  <a:cubicBezTo>
                    <a:pt x="2635532" y="1023796"/>
                    <a:pt x="2691412" y="1003476"/>
                    <a:pt x="2780312" y="965376"/>
                  </a:cubicBezTo>
                  <a:cubicBezTo>
                    <a:pt x="2899692" y="913306"/>
                    <a:pt x="3090192" y="790116"/>
                    <a:pt x="3182902" y="748206"/>
                  </a:cubicBezTo>
                  <a:cubicBezTo>
                    <a:pt x="3229892" y="727886"/>
                    <a:pt x="3264182" y="724076"/>
                    <a:pt x="3292122" y="708836"/>
                  </a:cubicBezTo>
                  <a:cubicBezTo>
                    <a:pt x="3311172" y="697406"/>
                    <a:pt x="3318792" y="675816"/>
                    <a:pt x="3335302" y="669466"/>
                  </a:cubicBezTo>
                  <a:cubicBezTo>
                    <a:pt x="3349272" y="664386"/>
                    <a:pt x="3367052" y="664386"/>
                    <a:pt x="3379752" y="672006"/>
                  </a:cubicBezTo>
                  <a:cubicBezTo>
                    <a:pt x="3394992" y="678356"/>
                    <a:pt x="3412772" y="699946"/>
                    <a:pt x="3416582" y="716456"/>
                  </a:cubicBezTo>
                  <a:cubicBezTo>
                    <a:pt x="3421662" y="730426"/>
                    <a:pt x="3417852" y="748206"/>
                    <a:pt x="3410232" y="760906"/>
                  </a:cubicBezTo>
                  <a:cubicBezTo>
                    <a:pt x="3403882" y="773606"/>
                    <a:pt x="3393722" y="781226"/>
                    <a:pt x="3375942" y="790116"/>
                  </a:cubicBezTo>
                  <a:cubicBezTo>
                    <a:pt x="3336572" y="806626"/>
                    <a:pt x="3251482" y="799006"/>
                    <a:pt x="3168932" y="820596"/>
                  </a:cubicBezTo>
                  <a:cubicBezTo>
                    <a:pt x="3035582" y="856156"/>
                    <a:pt x="2822222" y="965376"/>
                    <a:pt x="2664742" y="1018716"/>
                  </a:cubicBezTo>
                  <a:cubicBezTo>
                    <a:pt x="2530122" y="1064436"/>
                    <a:pt x="2366292" y="1111426"/>
                    <a:pt x="2281202" y="1127936"/>
                  </a:cubicBezTo>
                  <a:cubicBezTo>
                    <a:pt x="2240562" y="1134286"/>
                    <a:pt x="2216432" y="1122856"/>
                    <a:pt x="2189762" y="1135556"/>
                  </a:cubicBezTo>
                  <a:cubicBezTo>
                    <a:pt x="2161822" y="1148256"/>
                    <a:pt x="2149122" y="1186356"/>
                    <a:pt x="2119912" y="1204136"/>
                  </a:cubicBezTo>
                  <a:cubicBezTo>
                    <a:pt x="2085622" y="1225726"/>
                    <a:pt x="2020852" y="1248586"/>
                    <a:pt x="1987832" y="1246046"/>
                  </a:cubicBezTo>
                  <a:cubicBezTo>
                    <a:pt x="1967512" y="1244776"/>
                    <a:pt x="1952272" y="1233346"/>
                    <a:pt x="1940842" y="1221916"/>
                  </a:cubicBezTo>
                  <a:cubicBezTo>
                    <a:pt x="1931952" y="1214296"/>
                    <a:pt x="1925602" y="1204136"/>
                    <a:pt x="1923062" y="1191436"/>
                  </a:cubicBezTo>
                  <a:cubicBezTo>
                    <a:pt x="1920522" y="1176196"/>
                    <a:pt x="1921792" y="1152066"/>
                    <a:pt x="1928142" y="1138096"/>
                  </a:cubicBezTo>
                  <a:cubicBezTo>
                    <a:pt x="1933222" y="1126666"/>
                    <a:pt x="1938302" y="1122856"/>
                    <a:pt x="1951002" y="1111426"/>
                  </a:cubicBezTo>
                  <a:cubicBezTo>
                    <a:pt x="1981482" y="1083486"/>
                    <a:pt x="2057682" y="1030146"/>
                    <a:pt x="2122452" y="993316"/>
                  </a:cubicBezTo>
                  <a:cubicBezTo>
                    <a:pt x="2197382" y="950136"/>
                    <a:pt x="2293902" y="917116"/>
                    <a:pt x="2375182" y="876476"/>
                  </a:cubicBezTo>
                  <a:cubicBezTo>
                    <a:pt x="2455192" y="835836"/>
                    <a:pt x="2550442" y="771066"/>
                    <a:pt x="2606322" y="745666"/>
                  </a:cubicBezTo>
                  <a:cubicBezTo>
                    <a:pt x="2635532" y="732966"/>
                    <a:pt x="2655852" y="724076"/>
                    <a:pt x="2677442" y="722806"/>
                  </a:cubicBezTo>
                  <a:cubicBezTo>
                    <a:pt x="2693952" y="721536"/>
                    <a:pt x="2711732" y="724076"/>
                    <a:pt x="2723162" y="730426"/>
                  </a:cubicBezTo>
                  <a:cubicBezTo>
                    <a:pt x="2733322" y="735506"/>
                    <a:pt x="2740942" y="744396"/>
                    <a:pt x="2746022" y="753286"/>
                  </a:cubicBezTo>
                  <a:cubicBezTo>
                    <a:pt x="2752372" y="762176"/>
                    <a:pt x="2756182" y="772336"/>
                    <a:pt x="2756182" y="783766"/>
                  </a:cubicBezTo>
                  <a:cubicBezTo>
                    <a:pt x="2757452" y="796466"/>
                    <a:pt x="2753642" y="811706"/>
                    <a:pt x="2743482" y="829486"/>
                  </a:cubicBezTo>
                  <a:cubicBezTo>
                    <a:pt x="2720622" y="863776"/>
                    <a:pt x="2649502" y="915846"/>
                    <a:pt x="2597432" y="955216"/>
                  </a:cubicBezTo>
                  <a:cubicBezTo>
                    <a:pt x="2542822" y="995856"/>
                    <a:pt x="2479322" y="1033956"/>
                    <a:pt x="2422172" y="1069516"/>
                  </a:cubicBezTo>
                  <a:cubicBezTo>
                    <a:pt x="2367562" y="1103806"/>
                    <a:pt x="2320572" y="1135556"/>
                    <a:pt x="2259612" y="1162226"/>
                  </a:cubicBezTo>
                  <a:cubicBezTo>
                    <a:pt x="2189762" y="1193976"/>
                    <a:pt x="2090702" y="1224456"/>
                    <a:pt x="2024662" y="1243506"/>
                  </a:cubicBezTo>
                  <a:cubicBezTo>
                    <a:pt x="1977672" y="1257476"/>
                    <a:pt x="1939572" y="1273986"/>
                    <a:pt x="1902742" y="1273986"/>
                  </a:cubicBezTo>
                  <a:cubicBezTo>
                    <a:pt x="1869722" y="1273986"/>
                    <a:pt x="1834162" y="1267636"/>
                    <a:pt x="1811302" y="1251126"/>
                  </a:cubicBezTo>
                  <a:cubicBezTo>
                    <a:pt x="1790982" y="1235886"/>
                    <a:pt x="1774472" y="1211756"/>
                    <a:pt x="1770662" y="1185086"/>
                  </a:cubicBezTo>
                  <a:cubicBezTo>
                    <a:pt x="1764312" y="1148256"/>
                    <a:pt x="1784632" y="1096186"/>
                    <a:pt x="1803682" y="1046656"/>
                  </a:cubicBezTo>
                  <a:cubicBezTo>
                    <a:pt x="1826542" y="984426"/>
                    <a:pt x="1890042" y="899336"/>
                    <a:pt x="1909092" y="845996"/>
                  </a:cubicBezTo>
                  <a:cubicBezTo>
                    <a:pt x="1921792" y="811706"/>
                    <a:pt x="1938302" y="791386"/>
                    <a:pt x="1928142" y="760906"/>
                  </a:cubicBezTo>
                  <a:cubicBezTo>
                    <a:pt x="1907822" y="703756"/>
                    <a:pt x="1766852" y="636446"/>
                    <a:pt x="1690652" y="569136"/>
                  </a:cubicBezTo>
                  <a:cubicBezTo>
                    <a:pt x="1613182" y="499286"/>
                    <a:pt x="1517932" y="410386"/>
                    <a:pt x="1465862" y="349426"/>
                  </a:cubicBezTo>
                  <a:cubicBezTo>
                    <a:pt x="1434112" y="311326"/>
                    <a:pt x="1409982" y="285926"/>
                    <a:pt x="1396012" y="251636"/>
                  </a:cubicBezTo>
                  <a:cubicBezTo>
                    <a:pt x="1383312" y="219886"/>
                    <a:pt x="1375692" y="188136"/>
                    <a:pt x="1379502" y="153846"/>
                  </a:cubicBezTo>
                  <a:cubicBezTo>
                    <a:pt x="1384582" y="114476"/>
                    <a:pt x="1399822" y="56056"/>
                    <a:pt x="1432842" y="30656"/>
                  </a:cubicBezTo>
                  <a:cubicBezTo>
                    <a:pt x="1470942" y="176"/>
                    <a:pt x="1554762" y="6526"/>
                    <a:pt x="1611912" y="2716"/>
                  </a:cubicBezTo>
                  <a:cubicBezTo>
                    <a:pt x="1662712" y="-1094"/>
                    <a:pt x="1713512" y="-1094"/>
                    <a:pt x="1757962" y="3986"/>
                  </a:cubicBezTo>
                  <a:cubicBezTo>
                    <a:pt x="1794792" y="9066"/>
                    <a:pt x="1815112" y="12876"/>
                    <a:pt x="1857022" y="28116"/>
                  </a:cubicBezTo>
                  <a:cubicBezTo>
                    <a:pt x="1931952" y="57326"/>
                    <a:pt x="2055142" y="137336"/>
                    <a:pt x="2165632" y="186866"/>
                  </a:cubicBezTo>
                  <a:cubicBezTo>
                    <a:pt x="2285012" y="238936"/>
                    <a:pt x="2455192" y="291006"/>
                    <a:pt x="2547902" y="331646"/>
                  </a:cubicBezTo>
                  <a:cubicBezTo>
                    <a:pt x="2602512" y="355776"/>
                    <a:pt x="2636802" y="371016"/>
                    <a:pt x="2676172" y="396416"/>
                  </a:cubicBezTo>
                  <a:cubicBezTo>
                    <a:pt x="2715542" y="419276"/>
                    <a:pt x="2746022" y="443406"/>
                    <a:pt x="2784122" y="476426"/>
                  </a:cubicBezTo>
                  <a:cubicBezTo>
                    <a:pt x="2832382" y="515796"/>
                    <a:pt x="2898422" y="576756"/>
                    <a:pt x="2940332" y="622476"/>
                  </a:cubicBezTo>
                  <a:cubicBezTo>
                    <a:pt x="2973352" y="658036"/>
                    <a:pt x="3007642" y="692326"/>
                    <a:pt x="3020342" y="725346"/>
                  </a:cubicBezTo>
                  <a:cubicBezTo>
                    <a:pt x="3029232" y="749476"/>
                    <a:pt x="3031772" y="777416"/>
                    <a:pt x="3024152" y="796466"/>
                  </a:cubicBezTo>
                  <a:cubicBezTo>
                    <a:pt x="3017802" y="812976"/>
                    <a:pt x="3000022" y="828216"/>
                    <a:pt x="2986052" y="835836"/>
                  </a:cubicBezTo>
                  <a:cubicBezTo>
                    <a:pt x="2974622" y="840916"/>
                    <a:pt x="2965732" y="843456"/>
                    <a:pt x="2949222" y="842186"/>
                  </a:cubicBezTo>
                  <a:cubicBezTo>
                    <a:pt x="2909852" y="838376"/>
                    <a:pt x="2822222" y="796466"/>
                    <a:pt x="2757452" y="762176"/>
                  </a:cubicBezTo>
                  <a:cubicBezTo>
                    <a:pt x="2686332" y="725346"/>
                    <a:pt x="2602512" y="654226"/>
                    <a:pt x="2544092" y="622476"/>
                  </a:cubicBezTo>
                  <a:cubicBezTo>
                    <a:pt x="2508532" y="603426"/>
                    <a:pt x="2492022" y="604696"/>
                    <a:pt x="2451382" y="581836"/>
                  </a:cubicBezTo>
                  <a:cubicBezTo>
                    <a:pt x="2365022" y="534846"/>
                    <a:pt x="2161822" y="364666"/>
                    <a:pt x="2069112" y="326566"/>
                  </a:cubicBezTo>
                  <a:cubicBezTo>
                    <a:pt x="2023392" y="308786"/>
                    <a:pt x="1990372" y="316406"/>
                    <a:pt x="1957352" y="306246"/>
                  </a:cubicBezTo>
                  <a:cubicBezTo>
                    <a:pt x="1929412" y="296086"/>
                    <a:pt x="1900202" y="284656"/>
                    <a:pt x="1883692" y="269416"/>
                  </a:cubicBezTo>
                  <a:cubicBezTo>
                    <a:pt x="1869722" y="256716"/>
                    <a:pt x="1860832" y="240206"/>
                    <a:pt x="1857022" y="226236"/>
                  </a:cubicBezTo>
                  <a:cubicBezTo>
                    <a:pt x="1853212" y="214806"/>
                    <a:pt x="1854482" y="203376"/>
                    <a:pt x="1858292" y="191946"/>
                  </a:cubicBezTo>
                  <a:cubicBezTo>
                    <a:pt x="1863372" y="177976"/>
                    <a:pt x="1876072" y="160196"/>
                    <a:pt x="1888772" y="151306"/>
                  </a:cubicBezTo>
                  <a:cubicBezTo>
                    <a:pt x="1902742" y="142416"/>
                    <a:pt x="1917982" y="134796"/>
                    <a:pt x="1938302" y="141146"/>
                  </a:cubicBezTo>
                  <a:cubicBezTo>
                    <a:pt x="1996722" y="161466"/>
                    <a:pt x="2127532" y="367206"/>
                    <a:pt x="2203732" y="440866"/>
                  </a:cubicBezTo>
                  <a:cubicBezTo>
                    <a:pt x="2253262" y="490396"/>
                    <a:pt x="2305332" y="538656"/>
                    <a:pt x="2338352" y="555166"/>
                  </a:cubicBezTo>
                  <a:cubicBezTo>
                    <a:pt x="2353592" y="562786"/>
                    <a:pt x="2365022" y="557706"/>
                    <a:pt x="2375182" y="562786"/>
                  </a:cubicBezTo>
                  <a:cubicBezTo>
                    <a:pt x="2385342" y="567866"/>
                    <a:pt x="2395502" y="575486"/>
                    <a:pt x="2400582" y="585646"/>
                  </a:cubicBezTo>
                  <a:cubicBezTo>
                    <a:pt x="2408202" y="600886"/>
                    <a:pt x="2413282" y="633906"/>
                    <a:pt x="2405662" y="651686"/>
                  </a:cubicBezTo>
                  <a:cubicBezTo>
                    <a:pt x="2399312" y="669466"/>
                    <a:pt x="2381532" y="684706"/>
                    <a:pt x="2356132" y="693596"/>
                  </a:cubicBezTo>
                  <a:cubicBezTo>
                    <a:pt x="2302792" y="711376"/>
                    <a:pt x="2156742" y="685976"/>
                    <a:pt x="2080542" y="674546"/>
                  </a:cubicBezTo>
                  <a:cubicBezTo>
                    <a:pt x="2024662" y="666926"/>
                    <a:pt x="1982752" y="661846"/>
                    <a:pt x="1939572" y="641526"/>
                  </a:cubicBezTo>
                  <a:cubicBezTo>
                    <a:pt x="1895122" y="622476"/>
                    <a:pt x="1863372" y="583106"/>
                    <a:pt x="1817652" y="556436"/>
                  </a:cubicBezTo>
                  <a:cubicBezTo>
                    <a:pt x="1765582" y="524686"/>
                    <a:pt x="1688112" y="485316"/>
                    <a:pt x="1637312" y="467536"/>
                  </a:cubicBezTo>
                  <a:cubicBezTo>
                    <a:pt x="1601752" y="454836"/>
                    <a:pt x="1575082" y="458646"/>
                    <a:pt x="1543332" y="444676"/>
                  </a:cubicBezTo>
                  <a:cubicBezTo>
                    <a:pt x="1506502" y="428166"/>
                    <a:pt x="1451892" y="393876"/>
                    <a:pt x="1431572" y="364666"/>
                  </a:cubicBezTo>
                  <a:cubicBezTo>
                    <a:pt x="1418872" y="344346"/>
                    <a:pt x="1411252" y="318946"/>
                    <a:pt x="1416332" y="299896"/>
                  </a:cubicBezTo>
                  <a:cubicBezTo>
                    <a:pt x="1420142" y="280846"/>
                    <a:pt x="1444272" y="257986"/>
                    <a:pt x="1459512" y="250366"/>
                  </a:cubicBezTo>
                  <a:cubicBezTo>
                    <a:pt x="1470942" y="245286"/>
                    <a:pt x="1482372" y="244016"/>
                    <a:pt x="1493802" y="246556"/>
                  </a:cubicBezTo>
                  <a:cubicBezTo>
                    <a:pt x="1507772" y="249096"/>
                    <a:pt x="1528092" y="255446"/>
                    <a:pt x="1538252" y="269416"/>
                  </a:cubicBezTo>
                  <a:cubicBezTo>
                    <a:pt x="1553492" y="289736"/>
                    <a:pt x="1549682" y="332916"/>
                    <a:pt x="1561112" y="363396"/>
                  </a:cubicBezTo>
                  <a:cubicBezTo>
                    <a:pt x="1573812" y="398956"/>
                    <a:pt x="1587782" y="426896"/>
                    <a:pt x="1615722" y="468806"/>
                  </a:cubicBezTo>
                  <a:cubicBezTo>
                    <a:pt x="1666522" y="543736"/>
                    <a:pt x="1794792" y="687246"/>
                    <a:pt x="1864642" y="758366"/>
                  </a:cubicBezTo>
                  <a:cubicBezTo>
                    <a:pt x="1910362" y="805356"/>
                    <a:pt x="1944652" y="837106"/>
                    <a:pt x="1986562" y="866316"/>
                  </a:cubicBezTo>
                  <a:cubicBezTo>
                    <a:pt x="2022122" y="891716"/>
                    <a:pt x="2064032" y="905686"/>
                    <a:pt x="2094512" y="928546"/>
                  </a:cubicBezTo>
                  <a:cubicBezTo>
                    <a:pt x="2118642" y="946326"/>
                    <a:pt x="2131342" y="972996"/>
                    <a:pt x="2154202" y="984426"/>
                  </a:cubicBezTo>
                  <a:cubicBezTo>
                    <a:pt x="2178332" y="995856"/>
                    <a:pt x="2218972" y="1007286"/>
                    <a:pt x="2235482" y="994586"/>
                  </a:cubicBezTo>
                  <a:cubicBezTo>
                    <a:pt x="2253262" y="980616"/>
                    <a:pt x="2248182" y="929816"/>
                    <a:pt x="2246912" y="889176"/>
                  </a:cubicBezTo>
                  <a:cubicBezTo>
                    <a:pt x="2246912" y="834566"/>
                    <a:pt x="2221512" y="753286"/>
                    <a:pt x="2218972" y="696136"/>
                  </a:cubicBezTo>
                  <a:cubicBezTo>
                    <a:pt x="2216432" y="650416"/>
                    <a:pt x="2215162" y="584376"/>
                    <a:pt x="2225322" y="572946"/>
                  </a:cubicBezTo>
                  <a:cubicBezTo>
                    <a:pt x="2229132" y="570406"/>
                    <a:pt x="2234212" y="575486"/>
                    <a:pt x="2238022" y="572946"/>
                  </a:cubicBezTo>
                  <a:cubicBezTo>
                    <a:pt x="2243102" y="567866"/>
                    <a:pt x="2240562" y="546276"/>
                    <a:pt x="2246912" y="536116"/>
                  </a:cubicBezTo>
                  <a:cubicBezTo>
                    <a:pt x="2251992" y="525956"/>
                    <a:pt x="2259612" y="514526"/>
                    <a:pt x="2271042" y="508176"/>
                  </a:cubicBezTo>
                  <a:cubicBezTo>
                    <a:pt x="2285012" y="499286"/>
                    <a:pt x="2307872" y="492936"/>
                    <a:pt x="2324382" y="494206"/>
                  </a:cubicBezTo>
                  <a:cubicBezTo>
                    <a:pt x="2342162" y="496746"/>
                    <a:pt x="2362482" y="506906"/>
                    <a:pt x="2373912" y="520876"/>
                  </a:cubicBezTo>
                  <a:cubicBezTo>
                    <a:pt x="2385342" y="533576"/>
                    <a:pt x="2395502" y="551356"/>
                    <a:pt x="2394232" y="571676"/>
                  </a:cubicBezTo>
                  <a:cubicBezTo>
                    <a:pt x="2391692" y="607236"/>
                    <a:pt x="2351052" y="664386"/>
                    <a:pt x="2316762" y="711376"/>
                  </a:cubicBezTo>
                  <a:cubicBezTo>
                    <a:pt x="2273582" y="771066"/>
                    <a:pt x="2205002" y="839646"/>
                    <a:pt x="2151662" y="891716"/>
                  </a:cubicBezTo>
                  <a:cubicBezTo>
                    <a:pt x="2104672" y="936166"/>
                    <a:pt x="2078002" y="961566"/>
                    <a:pt x="2015772" y="1006016"/>
                  </a:cubicBezTo>
                  <a:cubicBezTo>
                    <a:pt x="1893852" y="1092376"/>
                    <a:pt x="1557302" y="1265096"/>
                    <a:pt x="1451892" y="1341296"/>
                  </a:cubicBezTo>
                  <a:cubicBezTo>
                    <a:pt x="1406172" y="1375586"/>
                    <a:pt x="1392202" y="1407336"/>
                    <a:pt x="1361722" y="1422576"/>
                  </a:cubicBezTo>
                  <a:cubicBezTo>
                    <a:pt x="1337592" y="1434006"/>
                    <a:pt x="1308382" y="1442896"/>
                    <a:pt x="1286792" y="1435276"/>
                  </a:cubicBezTo>
                  <a:cubicBezTo>
                    <a:pt x="1266472" y="1428926"/>
                    <a:pt x="1241072" y="1403526"/>
                    <a:pt x="1234722" y="1381936"/>
                  </a:cubicBezTo>
                  <a:cubicBezTo>
                    <a:pt x="1228372" y="1360346"/>
                    <a:pt x="1234722" y="1324786"/>
                    <a:pt x="1248692" y="1307006"/>
                  </a:cubicBezTo>
                  <a:cubicBezTo>
                    <a:pt x="1263932" y="1290496"/>
                    <a:pt x="1298222" y="1277796"/>
                    <a:pt x="1319812" y="1277796"/>
                  </a:cubicBezTo>
                  <a:cubicBezTo>
                    <a:pt x="1336322" y="1277796"/>
                    <a:pt x="1354102" y="1287956"/>
                    <a:pt x="1366802" y="1299386"/>
                  </a:cubicBezTo>
                  <a:cubicBezTo>
                    <a:pt x="1378232" y="1309546"/>
                    <a:pt x="1389662" y="1327326"/>
                    <a:pt x="1390932" y="1343836"/>
                  </a:cubicBezTo>
                  <a:cubicBezTo>
                    <a:pt x="1393472" y="1365426"/>
                    <a:pt x="1384582" y="1400986"/>
                    <a:pt x="1368072" y="1416226"/>
                  </a:cubicBezTo>
                  <a:cubicBezTo>
                    <a:pt x="1352832" y="1432736"/>
                    <a:pt x="1317272" y="1442896"/>
                    <a:pt x="1295682" y="1437816"/>
                  </a:cubicBezTo>
                  <a:cubicBezTo>
                    <a:pt x="1274092" y="1434006"/>
                    <a:pt x="1246152" y="1408606"/>
                    <a:pt x="1237262" y="1389556"/>
                  </a:cubicBezTo>
                  <a:cubicBezTo>
                    <a:pt x="1229642" y="1374316"/>
                    <a:pt x="1229642" y="1353996"/>
                    <a:pt x="1233452" y="1338756"/>
                  </a:cubicBezTo>
                  <a:cubicBezTo>
                    <a:pt x="1237262" y="1322246"/>
                    <a:pt x="1244882" y="1313356"/>
                    <a:pt x="1261392" y="1295576"/>
                  </a:cubicBezTo>
                  <a:cubicBezTo>
                    <a:pt x="1309652" y="1244776"/>
                    <a:pt x="1517932" y="1092376"/>
                    <a:pt x="1592862" y="1059356"/>
                  </a:cubicBezTo>
                  <a:cubicBezTo>
                    <a:pt x="1625882" y="1044116"/>
                    <a:pt x="1636042" y="1056816"/>
                    <a:pt x="1670332" y="1042846"/>
                  </a:cubicBezTo>
                  <a:cubicBezTo>
                    <a:pt x="1747802" y="1011096"/>
                    <a:pt x="1926872" y="904416"/>
                    <a:pt x="2024662" y="819326"/>
                  </a:cubicBezTo>
                  <a:cubicBezTo>
                    <a:pt x="2111022" y="744396"/>
                    <a:pt x="2206272" y="626286"/>
                    <a:pt x="2238022" y="572946"/>
                  </a:cubicBezTo>
                  <a:cubicBezTo>
                    <a:pt x="2250722" y="550086"/>
                    <a:pt x="2246912" y="533576"/>
                    <a:pt x="2257072" y="520876"/>
                  </a:cubicBezTo>
                  <a:cubicBezTo>
                    <a:pt x="2264692" y="510716"/>
                    <a:pt x="2274852" y="503096"/>
                    <a:pt x="2287552" y="499286"/>
                  </a:cubicBezTo>
                  <a:cubicBezTo>
                    <a:pt x="2306602" y="494206"/>
                    <a:pt x="2342162" y="496746"/>
                    <a:pt x="2359942" y="508176"/>
                  </a:cubicBezTo>
                  <a:cubicBezTo>
                    <a:pt x="2375182" y="517066"/>
                    <a:pt x="2387882" y="534846"/>
                    <a:pt x="2391692" y="552626"/>
                  </a:cubicBezTo>
                  <a:cubicBezTo>
                    <a:pt x="2395502" y="575486"/>
                    <a:pt x="2375182" y="607236"/>
                    <a:pt x="2371372" y="636446"/>
                  </a:cubicBezTo>
                  <a:cubicBezTo>
                    <a:pt x="2368832" y="665656"/>
                    <a:pt x="2370102" y="696136"/>
                    <a:pt x="2371372" y="727886"/>
                  </a:cubicBezTo>
                  <a:cubicBezTo>
                    <a:pt x="2373912" y="762176"/>
                    <a:pt x="2375182" y="801546"/>
                    <a:pt x="2382802" y="833296"/>
                  </a:cubicBezTo>
                  <a:cubicBezTo>
                    <a:pt x="2389152" y="861236"/>
                    <a:pt x="2408202" y="877746"/>
                    <a:pt x="2412012" y="908226"/>
                  </a:cubicBezTo>
                  <a:cubicBezTo>
                    <a:pt x="2418362" y="950136"/>
                    <a:pt x="2417092" y="1028876"/>
                    <a:pt x="2392962" y="1065706"/>
                  </a:cubicBezTo>
                  <a:cubicBezTo>
                    <a:pt x="2372642" y="1098726"/>
                    <a:pt x="2329462" y="1121586"/>
                    <a:pt x="2291362" y="1129206"/>
                  </a:cubicBezTo>
                  <a:cubicBezTo>
                    <a:pt x="2250722" y="1139366"/>
                    <a:pt x="2205002" y="1131746"/>
                    <a:pt x="2154202" y="1113966"/>
                  </a:cubicBezTo>
                  <a:cubicBezTo>
                    <a:pt x="2081812" y="1088566"/>
                    <a:pt x="1973862" y="1008556"/>
                    <a:pt x="1905282" y="959026"/>
                  </a:cubicBezTo>
                  <a:cubicBezTo>
                    <a:pt x="1851942" y="919656"/>
                    <a:pt x="1822732" y="894256"/>
                    <a:pt x="1771932" y="844726"/>
                  </a:cubicBezTo>
                  <a:cubicBezTo>
                    <a:pt x="1694462" y="767256"/>
                    <a:pt x="1554762" y="630096"/>
                    <a:pt x="1493802" y="531036"/>
                  </a:cubicBezTo>
                  <a:cubicBezTo>
                    <a:pt x="1449352" y="457376"/>
                    <a:pt x="1413792" y="363396"/>
                    <a:pt x="1413792" y="317676"/>
                  </a:cubicBezTo>
                  <a:cubicBezTo>
                    <a:pt x="1413792" y="296086"/>
                    <a:pt x="1422682" y="280846"/>
                    <a:pt x="1431572" y="269416"/>
                  </a:cubicBezTo>
                  <a:cubicBezTo>
                    <a:pt x="1439192" y="260526"/>
                    <a:pt x="1448082" y="254176"/>
                    <a:pt x="1459512" y="250366"/>
                  </a:cubicBezTo>
                  <a:cubicBezTo>
                    <a:pt x="1473482" y="246556"/>
                    <a:pt x="1493802" y="244016"/>
                    <a:pt x="1510312" y="250366"/>
                  </a:cubicBezTo>
                  <a:cubicBezTo>
                    <a:pt x="1534442" y="259256"/>
                    <a:pt x="1554762" y="302436"/>
                    <a:pt x="1583972" y="317676"/>
                  </a:cubicBezTo>
                  <a:cubicBezTo>
                    <a:pt x="1615722" y="335456"/>
                    <a:pt x="1655092" y="332916"/>
                    <a:pt x="1697002" y="348156"/>
                  </a:cubicBezTo>
                  <a:cubicBezTo>
                    <a:pt x="1754152" y="371016"/>
                    <a:pt x="1848132" y="419276"/>
                    <a:pt x="1896392" y="452296"/>
                  </a:cubicBezTo>
                  <a:cubicBezTo>
                    <a:pt x="1929412" y="473886"/>
                    <a:pt x="1942112" y="501826"/>
                    <a:pt x="1972592" y="517066"/>
                  </a:cubicBezTo>
                  <a:cubicBezTo>
                    <a:pt x="2006882" y="533576"/>
                    <a:pt x="2046252" y="536116"/>
                    <a:pt x="2095782" y="542466"/>
                  </a:cubicBezTo>
                  <a:cubicBezTo>
                    <a:pt x="2170712" y="552626"/>
                    <a:pt x="2330732" y="539926"/>
                    <a:pt x="2375182" y="562786"/>
                  </a:cubicBezTo>
                  <a:cubicBezTo>
                    <a:pt x="2395502" y="572946"/>
                    <a:pt x="2401852" y="588186"/>
                    <a:pt x="2408202" y="600886"/>
                  </a:cubicBezTo>
                  <a:cubicBezTo>
                    <a:pt x="2412012" y="612316"/>
                    <a:pt x="2413282" y="623746"/>
                    <a:pt x="2410742" y="635176"/>
                  </a:cubicBezTo>
                  <a:cubicBezTo>
                    <a:pt x="2408202" y="649146"/>
                    <a:pt x="2396772" y="669466"/>
                    <a:pt x="2386612" y="678356"/>
                  </a:cubicBezTo>
                  <a:cubicBezTo>
                    <a:pt x="2377722" y="687246"/>
                    <a:pt x="2368832" y="692326"/>
                    <a:pt x="2356132" y="693596"/>
                  </a:cubicBezTo>
                  <a:cubicBezTo>
                    <a:pt x="2334542" y="696136"/>
                    <a:pt x="2301522" y="692326"/>
                    <a:pt x="2271042" y="677086"/>
                  </a:cubicBezTo>
                  <a:cubicBezTo>
                    <a:pt x="2222782" y="652956"/>
                    <a:pt x="2152932" y="576756"/>
                    <a:pt x="2107212" y="532306"/>
                  </a:cubicBezTo>
                  <a:cubicBezTo>
                    <a:pt x="2070382" y="498016"/>
                    <a:pt x="2043712" y="473886"/>
                    <a:pt x="2014502" y="437056"/>
                  </a:cubicBezTo>
                  <a:cubicBezTo>
                    <a:pt x="1978942" y="392606"/>
                    <a:pt x="1944652" y="311326"/>
                    <a:pt x="1915442" y="282116"/>
                  </a:cubicBezTo>
                  <a:cubicBezTo>
                    <a:pt x="1898932" y="268146"/>
                    <a:pt x="1881152" y="269416"/>
                    <a:pt x="1870992" y="256716"/>
                  </a:cubicBezTo>
                  <a:cubicBezTo>
                    <a:pt x="1860832" y="245286"/>
                    <a:pt x="1855752" y="223696"/>
                    <a:pt x="1855752" y="208456"/>
                  </a:cubicBezTo>
                  <a:cubicBezTo>
                    <a:pt x="1855752" y="197026"/>
                    <a:pt x="1859562" y="185596"/>
                    <a:pt x="1864642" y="175436"/>
                  </a:cubicBezTo>
                  <a:cubicBezTo>
                    <a:pt x="1870992" y="166546"/>
                    <a:pt x="1878612" y="157656"/>
                    <a:pt x="1888772" y="151306"/>
                  </a:cubicBezTo>
                  <a:cubicBezTo>
                    <a:pt x="1901472" y="144956"/>
                    <a:pt x="1916712" y="139876"/>
                    <a:pt x="1938302" y="141146"/>
                  </a:cubicBezTo>
                  <a:cubicBezTo>
                    <a:pt x="1982752" y="144956"/>
                    <a:pt x="2064032" y="172896"/>
                    <a:pt x="2137692" y="208456"/>
                  </a:cubicBezTo>
                  <a:cubicBezTo>
                    <a:pt x="2245642" y="261796"/>
                    <a:pt x="2418362" y="405306"/>
                    <a:pt x="2507262" y="453566"/>
                  </a:cubicBezTo>
                  <a:cubicBezTo>
                    <a:pt x="2552982" y="477696"/>
                    <a:pt x="2575842" y="478966"/>
                    <a:pt x="2616482" y="500556"/>
                  </a:cubicBezTo>
                  <a:cubicBezTo>
                    <a:pt x="2674902" y="529766"/>
                    <a:pt x="2753642" y="589456"/>
                    <a:pt x="2820952" y="625016"/>
                  </a:cubicBezTo>
                  <a:cubicBezTo>
                    <a:pt x="2884452" y="658036"/>
                    <a:pt x="2978432" y="674546"/>
                    <a:pt x="3008912" y="710106"/>
                  </a:cubicBezTo>
                  <a:cubicBezTo>
                    <a:pt x="3026692" y="730426"/>
                    <a:pt x="3034312" y="758366"/>
                    <a:pt x="3030502" y="778686"/>
                  </a:cubicBezTo>
                  <a:cubicBezTo>
                    <a:pt x="3026692" y="799006"/>
                    <a:pt x="3005102" y="826946"/>
                    <a:pt x="2986052" y="835836"/>
                  </a:cubicBezTo>
                  <a:cubicBezTo>
                    <a:pt x="2967002" y="844726"/>
                    <a:pt x="2936522" y="842186"/>
                    <a:pt x="2913662" y="830756"/>
                  </a:cubicBezTo>
                  <a:cubicBezTo>
                    <a:pt x="2884452" y="815516"/>
                    <a:pt x="2867942" y="768526"/>
                    <a:pt x="2833652" y="730426"/>
                  </a:cubicBezTo>
                  <a:cubicBezTo>
                    <a:pt x="2779042" y="672006"/>
                    <a:pt x="2691412" y="576756"/>
                    <a:pt x="2612672" y="522146"/>
                  </a:cubicBezTo>
                  <a:cubicBezTo>
                    <a:pt x="2537742" y="470076"/>
                    <a:pt x="2472972" y="448486"/>
                    <a:pt x="2372642" y="405306"/>
                  </a:cubicBezTo>
                  <a:cubicBezTo>
                    <a:pt x="2216432" y="336726"/>
                    <a:pt x="1911632" y="191946"/>
                    <a:pt x="1756692" y="165276"/>
                  </a:cubicBezTo>
                  <a:cubicBezTo>
                    <a:pt x="1667792" y="150036"/>
                    <a:pt x="1554762" y="146226"/>
                    <a:pt x="1540792" y="170356"/>
                  </a:cubicBezTo>
                  <a:cubicBezTo>
                    <a:pt x="1531902" y="184326"/>
                    <a:pt x="1557302" y="212266"/>
                    <a:pt x="1576352" y="238936"/>
                  </a:cubicBezTo>
                  <a:cubicBezTo>
                    <a:pt x="1609372" y="283386"/>
                    <a:pt x="1672872" y="341806"/>
                    <a:pt x="1736372" y="400226"/>
                  </a:cubicBezTo>
                  <a:cubicBezTo>
                    <a:pt x="1820192" y="476426"/>
                    <a:pt x="1994182" y="578026"/>
                    <a:pt x="2041172" y="656766"/>
                  </a:cubicBezTo>
                  <a:cubicBezTo>
                    <a:pt x="2067842" y="702486"/>
                    <a:pt x="2069112" y="743126"/>
                    <a:pt x="2067842" y="786306"/>
                  </a:cubicBezTo>
                  <a:cubicBezTo>
                    <a:pt x="2065302" y="826946"/>
                    <a:pt x="2051332" y="862506"/>
                    <a:pt x="2031012" y="908226"/>
                  </a:cubicBezTo>
                  <a:cubicBezTo>
                    <a:pt x="2000532" y="975536"/>
                    <a:pt x="1868452" y="1119046"/>
                    <a:pt x="1883692" y="1141906"/>
                  </a:cubicBezTo>
                  <a:cubicBezTo>
                    <a:pt x="1892582" y="1155876"/>
                    <a:pt x="1942112" y="1135556"/>
                    <a:pt x="1980212" y="1126666"/>
                  </a:cubicBezTo>
                  <a:cubicBezTo>
                    <a:pt x="2038632" y="1112696"/>
                    <a:pt x="2117372" y="1094916"/>
                    <a:pt x="2198652" y="1055546"/>
                  </a:cubicBezTo>
                  <a:cubicBezTo>
                    <a:pt x="2318032" y="999666"/>
                    <a:pt x="2547902" y="852346"/>
                    <a:pt x="2615212" y="790116"/>
                  </a:cubicBezTo>
                  <a:cubicBezTo>
                    <a:pt x="2641882" y="764716"/>
                    <a:pt x="2641882" y="736776"/>
                    <a:pt x="2662202" y="727886"/>
                  </a:cubicBezTo>
                  <a:cubicBezTo>
                    <a:pt x="2678712" y="720266"/>
                    <a:pt x="2707922" y="722806"/>
                    <a:pt x="2723162" y="730426"/>
                  </a:cubicBezTo>
                  <a:cubicBezTo>
                    <a:pt x="2737132" y="738046"/>
                    <a:pt x="2748562" y="753286"/>
                    <a:pt x="2753642" y="767256"/>
                  </a:cubicBezTo>
                  <a:cubicBezTo>
                    <a:pt x="2758722" y="781226"/>
                    <a:pt x="2757452" y="801546"/>
                    <a:pt x="2751102" y="815516"/>
                  </a:cubicBezTo>
                  <a:cubicBezTo>
                    <a:pt x="2746022" y="828216"/>
                    <a:pt x="2734592" y="838376"/>
                    <a:pt x="2718082" y="848536"/>
                  </a:cubicBezTo>
                  <a:cubicBezTo>
                    <a:pt x="2690142" y="867586"/>
                    <a:pt x="2629182" y="876476"/>
                    <a:pt x="2584732" y="898066"/>
                  </a:cubicBezTo>
                  <a:cubicBezTo>
                    <a:pt x="2533932" y="923466"/>
                    <a:pt x="2494562" y="960296"/>
                    <a:pt x="2432332" y="995856"/>
                  </a:cubicBezTo>
                  <a:cubicBezTo>
                    <a:pt x="2340892" y="1049196"/>
                    <a:pt x="2145312" y="1125396"/>
                    <a:pt x="2080542" y="1176196"/>
                  </a:cubicBezTo>
                  <a:cubicBezTo>
                    <a:pt x="2050062" y="1200326"/>
                    <a:pt x="2044982" y="1230806"/>
                    <a:pt x="2023392" y="1240966"/>
                  </a:cubicBezTo>
                  <a:cubicBezTo>
                    <a:pt x="2006882" y="1248586"/>
                    <a:pt x="1986562" y="1248586"/>
                    <a:pt x="1970052" y="1242236"/>
                  </a:cubicBezTo>
                  <a:cubicBezTo>
                    <a:pt x="1952272" y="1234616"/>
                    <a:pt x="1928142" y="1210486"/>
                    <a:pt x="1923062" y="1191436"/>
                  </a:cubicBezTo>
                  <a:cubicBezTo>
                    <a:pt x="1917982" y="1171116"/>
                    <a:pt x="1920522" y="1145716"/>
                    <a:pt x="1938302" y="1122856"/>
                  </a:cubicBezTo>
                  <a:cubicBezTo>
                    <a:pt x="1975132" y="1077136"/>
                    <a:pt x="2146582" y="1012366"/>
                    <a:pt x="2213892" y="994586"/>
                  </a:cubicBezTo>
                  <a:cubicBezTo>
                    <a:pt x="2251992" y="984426"/>
                    <a:pt x="2265962" y="993316"/>
                    <a:pt x="2305332" y="986966"/>
                  </a:cubicBezTo>
                  <a:cubicBezTo>
                    <a:pt x="2378992" y="974266"/>
                    <a:pt x="2504722" y="941246"/>
                    <a:pt x="2622832" y="901876"/>
                  </a:cubicBezTo>
                  <a:cubicBezTo>
                    <a:pt x="2776502" y="852346"/>
                    <a:pt x="3007642" y="732966"/>
                    <a:pt x="3146072" y="697406"/>
                  </a:cubicBezTo>
                  <a:cubicBezTo>
                    <a:pt x="3232432" y="674546"/>
                    <a:pt x="3326412" y="661846"/>
                    <a:pt x="3364512" y="666926"/>
                  </a:cubicBezTo>
                  <a:cubicBezTo>
                    <a:pt x="3378482" y="669466"/>
                    <a:pt x="3384832" y="672006"/>
                    <a:pt x="3392452" y="678356"/>
                  </a:cubicBezTo>
                  <a:cubicBezTo>
                    <a:pt x="3402612" y="687246"/>
                    <a:pt x="3415312" y="702486"/>
                    <a:pt x="3416582" y="716456"/>
                  </a:cubicBezTo>
                  <a:cubicBezTo>
                    <a:pt x="3419122" y="732966"/>
                    <a:pt x="3412772" y="757096"/>
                    <a:pt x="3401342" y="773606"/>
                  </a:cubicBezTo>
                  <a:cubicBezTo>
                    <a:pt x="3387372" y="792656"/>
                    <a:pt x="3359432" y="809166"/>
                    <a:pt x="3334032" y="823136"/>
                  </a:cubicBezTo>
                  <a:cubicBezTo>
                    <a:pt x="3307362" y="835836"/>
                    <a:pt x="3283232" y="834566"/>
                    <a:pt x="3242592" y="851076"/>
                  </a:cubicBezTo>
                  <a:cubicBezTo>
                    <a:pt x="3152422" y="889176"/>
                    <a:pt x="2946682" y="1025066"/>
                    <a:pt x="2820952" y="1080946"/>
                  </a:cubicBezTo>
                  <a:cubicBezTo>
                    <a:pt x="2726972" y="1122856"/>
                    <a:pt x="2666012" y="1144446"/>
                    <a:pt x="2561872" y="1172386"/>
                  </a:cubicBezTo>
                  <a:cubicBezTo>
                    <a:pt x="2412012" y="1211756"/>
                    <a:pt x="2111022" y="1268906"/>
                    <a:pt x="1997992" y="1273986"/>
                  </a:cubicBezTo>
                  <a:cubicBezTo>
                    <a:pt x="1951002" y="1276526"/>
                    <a:pt x="1921792" y="1272716"/>
                    <a:pt x="1895122" y="1265096"/>
                  </a:cubicBezTo>
                  <a:cubicBezTo>
                    <a:pt x="1877342" y="1258746"/>
                    <a:pt x="1863372" y="1252396"/>
                    <a:pt x="1853212" y="1239696"/>
                  </a:cubicBezTo>
                  <a:cubicBezTo>
                    <a:pt x="1843052" y="1224456"/>
                    <a:pt x="1837972" y="1193976"/>
                    <a:pt x="1841782" y="1177466"/>
                  </a:cubicBezTo>
                  <a:cubicBezTo>
                    <a:pt x="1845592" y="1160956"/>
                    <a:pt x="1851942" y="1152066"/>
                    <a:pt x="1870992" y="1138096"/>
                  </a:cubicBezTo>
                  <a:cubicBezTo>
                    <a:pt x="1942112" y="1089836"/>
                    <a:pt x="2286282" y="1026336"/>
                    <a:pt x="2455192" y="965376"/>
                  </a:cubicBezTo>
                  <a:cubicBezTo>
                    <a:pt x="2588542" y="917116"/>
                    <a:pt x="2713002" y="849806"/>
                    <a:pt x="2808252" y="812976"/>
                  </a:cubicBezTo>
                  <a:cubicBezTo>
                    <a:pt x="2873022" y="788846"/>
                    <a:pt x="2920012" y="786306"/>
                    <a:pt x="2972082" y="759636"/>
                  </a:cubicBezTo>
                  <a:cubicBezTo>
                    <a:pt x="3026692" y="730426"/>
                    <a:pt x="3082572" y="658036"/>
                    <a:pt x="3127022" y="644066"/>
                  </a:cubicBezTo>
                  <a:cubicBezTo>
                    <a:pt x="3153692" y="636446"/>
                    <a:pt x="3180362" y="636446"/>
                    <a:pt x="3199412" y="646606"/>
                  </a:cubicBezTo>
                  <a:cubicBezTo>
                    <a:pt x="3217192" y="658036"/>
                    <a:pt x="3236242" y="687246"/>
                    <a:pt x="3237512" y="707566"/>
                  </a:cubicBezTo>
                  <a:cubicBezTo>
                    <a:pt x="3240052" y="729156"/>
                    <a:pt x="3231162" y="750746"/>
                    <a:pt x="3209572" y="773606"/>
                  </a:cubicBezTo>
                  <a:cubicBezTo>
                    <a:pt x="3161312" y="828216"/>
                    <a:pt x="2963192" y="895526"/>
                    <a:pt x="2874292" y="953946"/>
                  </a:cubicBezTo>
                  <a:cubicBezTo>
                    <a:pt x="2810792" y="995856"/>
                    <a:pt x="2780312" y="1036496"/>
                    <a:pt x="2719352" y="1077136"/>
                  </a:cubicBezTo>
                  <a:cubicBezTo>
                    <a:pt x="2643152" y="1127936"/>
                    <a:pt x="2516152" y="1200326"/>
                    <a:pt x="2451382" y="1229536"/>
                  </a:cubicBezTo>
                  <a:cubicBezTo>
                    <a:pt x="2415822" y="1246046"/>
                    <a:pt x="2389152" y="1240966"/>
                    <a:pt x="2366292" y="1258746"/>
                  </a:cubicBezTo>
                  <a:cubicBezTo>
                    <a:pt x="2342162" y="1275256"/>
                    <a:pt x="2334542" y="1312086"/>
                    <a:pt x="2311682" y="1329866"/>
                  </a:cubicBezTo>
                  <a:cubicBezTo>
                    <a:pt x="2291362" y="1347646"/>
                    <a:pt x="2267232" y="1359076"/>
                    <a:pt x="2235482" y="1365426"/>
                  </a:cubicBezTo>
                  <a:cubicBezTo>
                    <a:pt x="2187222" y="1374316"/>
                    <a:pt x="2114832" y="1366696"/>
                    <a:pt x="2050062" y="1356536"/>
                  </a:cubicBezTo>
                  <a:cubicBezTo>
                    <a:pt x="1975132" y="1343836"/>
                    <a:pt x="1876072" y="1301926"/>
                    <a:pt x="1812572" y="1291766"/>
                  </a:cubicBezTo>
                  <a:cubicBezTo>
                    <a:pt x="1771932" y="1284146"/>
                    <a:pt x="1743992" y="1294306"/>
                    <a:pt x="1709702" y="1285416"/>
                  </a:cubicBezTo>
                  <a:cubicBezTo>
                    <a:pt x="1671602" y="1277796"/>
                    <a:pt x="1624612" y="1261286"/>
                    <a:pt x="1597942" y="1239696"/>
                  </a:cubicBezTo>
                  <a:cubicBezTo>
                    <a:pt x="1576352" y="1220646"/>
                    <a:pt x="1577622" y="1188896"/>
                    <a:pt x="1554762" y="1171116"/>
                  </a:cubicBezTo>
                  <a:cubicBezTo>
                    <a:pt x="1528092" y="1150796"/>
                    <a:pt x="1481102" y="1154606"/>
                    <a:pt x="1435382" y="1136826"/>
                  </a:cubicBezTo>
                  <a:cubicBezTo>
                    <a:pt x="1373152" y="1112696"/>
                    <a:pt x="1296952" y="1055546"/>
                    <a:pt x="1220752" y="1025066"/>
                  </a:cubicBezTo>
                  <a:cubicBezTo>
                    <a:pt x="1140742" y="994586"/>
                    <a:pt x="1067082" y="969186"/>
                    <a:pt x="964212" y="953946"/>
                  </a:cubicBezTo>
                  <a:cubicBezTo>
                    <a:pt x="820702" y="933626"/>
                    <a:pt x="557812" y="951406"/>
                    <a:pt x="434622" y="943786"/>
                  </a:cubicBezTo>
                  <a:cubicBezTo>
                    <a:pt x="368582" y="938706"/>
                    <a:pt x="331752" y="937436"/>
                    <a:pt x="280952" y="927276"/>
                  </a:cubicBezTo>
                  <a:cubicBezTo>
                    <a:pt x="228882" y="918386"/>
                    <a:pt x="170462" y="906956"/>
                    <a:pt x="126012" y="884096"/>
                  </a:cubicBezTo>
                  <a:cubicBezTo>
                    <a:pt x="87912" y="863776"/>
                    <a:pt x="49812" y="838376"/>
                    <a:pt x="28222" y="806626"/>
                  </a:cubicBezTo>
                  <a:cubicBezTo>
                    <a:pt x="9172" y="777416"/>
                    <a:pt x="-4798" y="738046"/>
                    <a:pt x="1552" y="705026"/>
                  </a:cubicBezTo>
                  <a:cubicBezTo>
                    <a:pt x="9172" y="666926"/>
                    <a:pt x="37112" y="623746"/>
                    <a:pt x="79022" y="593266"/>
                  </a:cubicBezTo>
                  <a:cubicBezTo>
                    <a:pt x="145062" y="546276"/>
                    <a:pt x="302542" y="533576"/>
                    <a:pt x="396522" y="499286"/>
                  </a:cubicBezTo>
                  <a:cubicBezTo>
                    <a:pt x="475262" y="470076"/>
                    <a:pt x="538762" y="424356"/>
                    <a:pt x="608612" y="407846"/>
                  </a:cubicBezTo>
                  <a:cubicBezTo>
                    <a:pt x="670842" y="392606"/>
                    <a:pt x="741962" y="405306"/>
                    <a:pt x="791492" y="396416"/>
                  </a:cubicBezTo>
                  <a:cubicBezTo>
                    <a:pt x="825782" y="391336"/>
                    <a:pt x="848642" y="376096"/>
                    <a:pt x="877852" y="371016"/>
                  </a:cubicBezTo>
                  <a:cubicBezTo>
                    <a:pt x="903252" y="367206"/>
                    <a:pt x="923572" y="376096"/>
                    <a:pt x="954052" y="367206"/>
                  </a:cubicBezTo>
                  <a:cubicBezTo>
                    <a:pt x="1007392" y="354506"/>
                    <a:pt x="1101372" y="301166"/>
                    <a:pt x="1155982" y="268146"/>
                  </a:cubicBezTo>
                  <a:cubicBezTo>
                    <a:pt x="1197892" y="242746"/>
                    <a:pt x="1220752" y="204646"/>
                    <a:pt x="1257582" y="193216"/>
                  </a:cubicBezTo>
                  <a:cubicBezTo>
                    <a:pt x="1290602" y="183056"/>
                    <a:pt x="1364262" y="194486"/>
                    <a:pt x="1364262" y="198296"/>
                  </a:cubicBezTo>
                  <a:cubicBezTo>
                    <a:pt x="1364262" y="202106"/>
                    <a:pt x="1277902" y="203376"/>
                    <a:pt x="1234722" y="217346"/>
                  </a:cubicBezTo>
                  <a:cubicBezTo>
                    <a:pt x="1187732" y="233856"/>
                    <a:pt x="1112802" y="259256"/>
                    <a:pt x="1095022" y="292276"/>
                  </a:cubicBezTo>
                  <a:cubicBezTo>
                    <a:pt x="1081052" y="317676"/>
                    <a:pt x="1093752" y="354506"/>
                    <a:pt x="1105182" y="384986"/>
                  </a:cubicBezTo>
                  <a:cubicBezTo>
                    <a:pt x="1117882" y="419276"/>
                    <a:pt x="1144552" y="459916"/>
                    <a:pt x="1178842" y="485316"/>
                  </a:cubicBezTo>
                  <a:cubicBezTo>
                    <a:pt x="1219482" y="517066"/>
                    <a:pt x="1290602" y="533576"/>
                    <a:pt x="1338862" y="547546"/>
                  </a:cubicBezTo>
                  <a:cubicBezTo>
                    <a:pt x="1378232" y="558976"/>
                    <a:pt x="1397282" y="564056"/>
                    <a:pt x="1449352" y="569136"/>
                  </a:cubicBezTo>
                  <a:cubicBezTo>
                    <a:pt x="1572542" y="579296"/>
                    <a:pt x="1921792" y="556436"/>
                    <a:pt x="2076732" y="562786"/>
                  </a:cubicBezTo>
                  <a:cubicBezTo>
                    <a:pt x="2168172" y="565326"/>
                    <a:pt x="2243102" y="581836"/>
                    <a:pt x="2295172" y="579296"/>
                  </a:cubicBezTo>
                  <a:cubicBezTo>
                    <a:pt x="2325652" y="578026"/>
                    <a:pt x="2344702" y="561516"/>
                    <a:pt x="2365022" y="567866"/>
                  </a:cubicBezTo>
                  <a:cubicBezTo>
                    <a:pt x="2384072" y="574216"/>
                    <a:pt x="2406932" y="598346"/>
                    <a:pt x="2413282" y="617396"/>
                  </a:cubicBezTo>
                  <a:cubicBezTo>
                    <a:pt x="2418362" y="637716"/>
                    <a:pt x="2413282" y="666926"/>
                    <a:pt x="2399312" y="685976"/>
                  </a:cubicBezTo>
                  <a:cubicBezTo>
                    <a:pt x="2378992" y="712646"/>
                    <a:pt x="2319302" y="720266"/>
                    <a:pt x="2286282" y="743126"/>
                  </a:cubicBezTo>
                  <a:cubicBezTo>
                    <a:pt x="2254532" y="763446"/>
                    <a:pt x="2239292" y="792656"/>
                    <a:pt x="2203732" y="812976"/>
                  </a:cubicBezTo>
                  <a:cubicBezTo>
                    <a:pt x="2156742" y="839646"/>
                    <a:pt x="2088162" y="842186"/>
                    <a:pt x="2018312" y="873936"/>
                  </a:cubicBezTo>
                  <a:cubicBezTo>
                    <a:pt x="1912902" y="920926"/>
                    <a:pt x="1757962" y="1049196"/>
                    <a:pt x="1647472" y="1094916"/>
                  </a:cubicBezTo>
                  <a:cubicBezTo>
                    <a:pt x="1568732" y="1127936"/>
                    <a:pt x="1501422" y="1136826"/>
                    <a:pt x="1430302" y="1149526"/>
                  </a:cubicBezTo>
                  <a:cubicBezTo>
                    <a:pt x="1361722" y="1162226"/>
                    <a:pt x="1291872" y="1176196"/>
                    <a:pt x="1227102" y="1173656"/>
                  </a:cubicBezTo>
                  <a:cubicBezTo>
                    <a:pt x="1168682" y="1169846"/>
                    <a:pt x="1078512" y="1167306"/>
                    <a:pt x="1059462" y="1135556"/>
                  </a:cubicBezTo>
                  <a:cubicBezTo>
                    <a:pt x="1040412" y="1105076"/>
                    <a:pt x="1063272" y="1031416"/>
                    <a:pt x="1095022" y="995856"/>
                  </a:cubicBezTo>
                  <a:cubicBezTo>
                    <a:pt x="1134392" y="952676"/>
                    <a:pt x="1244882" y="937436"/>
                    <a:pt x="1305842" y="922196"/>
                  </a:cubicBezTo>
                  <a:cubicBezTo>
                    <a:pt x="1352832" y="910766"/>
                    <a:pt x="1383312" y="917116"/>
                    <a:pt x="1429032" y="904416"/>
                  </a:cubicBezTo>
                  <a:cubicBezTo>
                    <a:pt x="1491262" y="889176"/>
                    <a:pt x="1575082" y="853616"/>
                    <a:pt x="1641122" y="824406"/>
                  </a:cubicBezTo>
                  <a:cubicBezTo>
                    <a:pt x="1704622" y="796466"/>
                    <a:pt x="1779552" y="744396"/>
                    <a:pt x="1820192" y="731696"/>
                  </a:cubicBezTo>
                  <a:cubicBezTo>
                    <a:pt x="1840512" y="726616"/>
                    <a:pt x="1853212" y="725346"/>
                    <a:pt x="1867182" y="727886"/>
                  </a:cubicBezTo>
                  <a:cubicBezTo>
                    <a:pt x="1877342" y="730426"/>
                    <a:pt x="1886232" y="735506"/>
                    <a:pt x="1893852" y="743126"/>
                  </a:cubicBezTo>
                  <a:cubicBezTo>
                    <a:pt x="1902742" y="753286"/>
                    <a:pt x="1911632" y="772336"/>
                    <a:pt x="1912902" y="785036"/>
                  </a:cubicBezTo>
                  <a:cubicBezTo>
                    <a:pt x="1915442" y="796466"/>
                    <a:pt x="1912902" y="806626"/>
                    <a:pt x="1909092" y="815516"/>
                  </a:cubicBezTo>
                  <a:cubicBezTo>
                    <a:pt x="1902742" y="828216"/>
                    <a:pt x="1896392" y="835836"/>
                    <a:pt x="1877342" y="848536"/>
                  </a:cubicBezTo>
                  <a:cubicBezTo>
                    <a:pt x="1802412" y="896796"/>
                    <a:pt x="1432842" y="1018716"/>
                    <a:pt x="1263932" y="1066976"/>
                  </a:cubicBezTo>
                  <a:cubicBezTo>
                    <a:pt x="1149632" y="1099996"/>
                    <a:pt x="1064542" y="1124126"/>
                    <a:pt x="968022" y="1133016"/>
                  </a:cubicBezTo>
                  <a:cubicBezTo>
                    <a:pt x="877852" y="1140636"/>
                    <a:pt x="749582" y="1127936"/>
                    <a:pt x="702592" y="1120316"/>
                  </a:cubicBezTo>
                  <a:cubicBezTo>
                    <a:pt x="686082" y="1117776"/>
                    <a:pt x="678462" y="1117776"/>
                    <a:pt x="668302" y="1110156"/>
                  </a:cubicBezTo>
                  <a:cubicBezTo>
                    <a:pt x="655602" y="1102536"/>
                    <a:pt x="639092" y="1086026"/>
                    <a:pt x="635282" y="1069516"/>
                  </a:cubicBezTo>
                  <a:cubicBezTo>
                    <a:pt x="630202" y="1050466"/>
                    <a:pt x="632742" y="1023796"/>
                    <a:pt x="646712" y="1000936"/>
                  </a:cubicBezTo>
                  <a:cubicBezTo>
                    <a:pt x="669572" y="961566"/>
                    <a:pt x="747042" y="908226"/>
                    <a:pt x="796572" y="881556"/>
                  </a:cubicBezTo>
                  <a:cubicBezTo>
                    <a:pt x="838482" y="859966"/>
                    <a:pt x="872772" y="862506"/>
                    <a:pt x="919762" y="843456"/>
                  </a:cubicBezTo>
                  <a:cubicBezTo>
                    <a:pt x="992152" y="815516"/>
                    <a:pt x="1097562" y="755826"/>
                    <a:pt x="1185192" y="720266"/>
                  </a:cubicBezTo>
                  <a:cubicBezTo>
                    <a:pt x="1269012" y="687246"/>
                    <a:pt x="1356642" y="668196"/>
                    <a:pt x="1436652" y="633906"/>
                  </a:cubicBezTo>
                  <a:cubicBezTo>
                    <a:pt x="1514122" y="600886"/>
                    <a:pt x="1662712" y="522146"/>
                    <a:pt x="1661442" y="518336"/>
                  </a:cubicBezTo>
                  <a:cubicBezTo>
                    <a:pt x="1658902" y="514526"/>
                    <a:pt x="1597942" y="545006"/>
                    <a:pt x="1536982" y="562786"/>
                  </a:cubicBezTo>
                  <a:cubicBezTo>
                    <a:pt x="1384582" y="608506"/>
                    <a:pt x="900712" y="741856"/>
                    <a:pt x="712752" y="763446"/>
                  </a:cubicBezTo>
                  <a:cubicBezTo>
                    <a:pt x="616232" y="774876"/>
                    <a:pt x="538762" y="745666"/>
                    <a:pt x="491772" y="760906"/>
                  </a:cubicBezTo>
                  <a:cubicBezTo>
                    <a:pt x="463832" y="771066"/>
                    <a:pt x="452402" y="799006"/>
                    <a:pt x="434622" y="804086"/>
                  </a:cubicBezTo>
                  <a:cubicBezTo>
                    <a:pt x="421922" y="807896"/>
                    <a:pt x="410492" y="806626"/>
                    <a:pt x="399062" y="801546"/>
                  </a:cubicBezTo>
                  <a:cubicBezTo>
                    <a:pt x="383822" y="796466"/>
                    <a:pt x="364772" y="783766"/>
                    <a:pt x="355882" y="768526"/>
                  </a:cubicBezTo>
                  <a:cubicBezTo>
                    <a:pt x="346992" y="749476"/>
                    <a:pt x="344452" y="718996"/>
                    <a:pt x="353342" y="697406"/>
                  </a:cubicBezTo>
                  <a:cubicBezTo>
                    <a:pt x="362232" y="672006"/>
                    <a:pt x="388902" y="647876"/>
                    <a:pt x="415572" y="626286"/>
                  </a:cubicBezTo>
                  <a:cubicBezTo>
                    <a:pt x="447322" y="599616"/>
                    <a:pt x="489232" y="570406"/>
                    <a:pt x="534952" y="558976"/>
                  </a:cubicBezTo>
                  <a:cubicBezTo>
                    <a:pt x="587022" y="543736"/>
                    <a:pt x="667032" y="561516"/>
                    <a:pt x="719102" y="557706"/>
                  </a:cubicBezTo>
                  <a:cubicBezTo>
                    <a:pt x="755932" y="555166"/>
                    <a:pt x="777522" y="552626"/>
                    <a:pt x="814352" y="542466"/>
                  </a:cubicBezTo>
                  <a:cubicBezTo>
                    <a:pt x="866422" y="528496"/>
                    <a:pt x="927382" y="498016"/>
                    <a:pt x="999772" y="473886"/>
                  </a:cubicBezTo>
                  <a:cubicBezTo>
                    <a:pt x="1100102" y="439596"/>
                    <a:pt x="1274092" y="387526"/>
                    <a:pt x="1362992" y="368476"/>
                  </a:cubicBezTo>
                  <a:cubicBezTo>
                    <a:pt x="1412522" y="357046"/>
                    <a:pt x="1455702" y="349426"/>
                    <a:pt x="1482372" y="350696"/>
                  </a:cubicBezTo>
                  <a:cubicBezTo>
                    <a:pt x="1496342" y="351966"/>
                    <a:pt x="1503962" y="354506"/>
                    <a:pt x="1512852" y="360856"/>
                  </a:cubicBezTo>
                  <a:cubicBezTo>
                    <a:pt x="1524282" y="368476"/>
                    <a:pt x="1538252" y="384986"/>
                    <a:pt x="1543332" y="398956"/>
                  </a:cubicBezTo>
                  <a:cubicBezTo>
                    <a:pt x="1547142" y="409116"/>
                    <a:pt x="1548412" y="419276"/>
                    <a:pt x="1545872" y="430706"/>
                  </a:cubicBezTo>
                  <a:cubicBezTo>
                    <a:pt x="1540792" y="447216"/>
                    <a:pt x="1528092" y="467536"/>
                    <a:pt x="1506502" y="480236"/>
                  </a:cubicBezTo>
                  <a:cubicBezTo>
                    <a:pt x="1465862" y="504366"/>
                    <a:pt x="1373152" y="508176"/>
                    <a:pt x="1294412" y="517066"/>
                  </a:cubicBezTo>
                  <a:cubicBezTo>
                    <a:pt x="1196622" y="527226"/>
                    <a:pt x="1055652" y="517066"/>
                    <a:pt x="961672" y="531036"/>
                  </a:cubicBezTo>
                  <a:cubicBezTo>
                    <a:pt x="890552" y="542466"/>
                    <a:pt x="851182" y="553896"/>
                    <a:pt x="777522" y="579296"/>
                  </a:cubicBezTo>
                  <a:cubicBezTo>
                    <a:pt x="661952" y="618666"/>
                    <a:pt x="414302" y="763446"/>
                    <a:pt x="340642" y="772336"/>
                  </a:cubicBezTo>
                  <a:cubicBezTo>
                    <a:pt x="317782" y="774876"/>
                    <a:pt x="305082" y="771066"/>
                    <a:pt x="292382" y="763446"/>
                  </a:cubicBezTo>
                  <a:cubicBezTo>
                    <a:pt x="278412" y="755826"/>
                    <a:pt x="265712" y="739316"/>
                    <a:pt x="261902" y="724076"/>
                  </a:cubicBezTo>
                  <a:cubicBezTo>
                    <a:pt x="256822" y="708836"/>
                    <a:pt x="258092" y="688516"/>
                    <a:pt x="264442" y="674546"/>
                  </a:cubicBezTo>
                  <a:cubicBezTo>
                    <a:pt x="272062" y="660576"/>
                    <a:pt x="300002" y="638986"/>
                    <a:pt x="300002" y="638986"/>
                  </a:cubicBezTo>
                </a:path>
              </a:pathLst>
            </a:custGeom>
            <a:solidFill>
              <a:srgbClr val="FF6105"/>
            </a:solidFill>
            <a:ln cap="sq">
              <a:noFill/>
              <a:prstDash val="solid"/>
              <a:miter/>
            </a:ln>
          </p:spPr>
          <p:txBody>
            <a:bodyPr/>
            <a:lstStyle/>
            <a:p>
              <a:endParaRPr lang="en-CA"/>
            </a:p>
          </p:txBody>
        </p:sp>
      </p:grpSp>
      <p:sp>
        <p:nvSpPr>
          <p:cNvPr id="75" name="Freeform 75"/>
          <p:cNvSpPr/>
          <p:nvPr/>
        </p:nvSpPr>
        <p:spPr>
          <a:xfrm rot="10304674">
            <a:off x="11814554" y="3761753"/>
            <a:ext cx="1192364" cy="1517590"/>
          </a:xfrm>
          <a:custGeom>
            <a:avLst/>
            <a:gdLst/>
            <a:ahLst/>
            <a:cxnLst/>
            <a:rect l="l" t="t" r="r" b="b"/>
            <a:pathLst>
              <a:path w="1192364" h="1517590">
                <a:moveTo>
                  <a:pt x="0" y="0"/>
                </a:moveTo>
                <a:lnTo>
                  <a:pt x="1192364" y="0"/>
                </a:lnTo>
                <a:lnTo>
                  <a:pt x="1192364" y="1517590"/>
                </a:lnTo>
                <a:lnTo>
                  <a:pt x="0" y="1517590"/>
                </a:lnTo>
                <a:lnTo>
                  <a:pt x="0" y="0"/>
                </a:lnTo>
                <a:close/>
              </a:path>
            </a:pathLst>
          </a:custGeom>
          <a:blipFill>
            <a:blip r:embed="rId13"/>
            <a:stretch>
              <a:fillRect l="-149489" t="-298150" r="-1984"/>
            </a:stretch>
          </a:blipFill>
        </p:spPr>
        <p:txBody>
          <a:bodyPr/>
          <a:lstStyle/>
          <a:p>
            <a:endParaRPr lang="en-CA"/>
          </a:p>
        </p:txBody>
      </p:sp>
      <p:grpSp>
        <p:nvGrpSpPr>
          <p:cNvPr id="76" name="Group 76"/>
          <p:cNvGrpSpPr/>
          <p:nvPr/>
        </p:nvGrpSpPr>
        <p:grpSpPr>
          <a:xfrm>
            <a:off x="13047022" y="5434801"/>
            <a:ext cx="707501" cy="941797"/>
            <a:chOff x="0" y="0"/>
            <a:chExt cx="974090" cy="1296670"/>
          </a:xfrm>
        </p:grpSpPr>
        <p:sp>
          <p:nvSpPr>
            <p:cNvPr id="77" name="Freeform 77"/>
            <p:cNvSpPr/>
            <p:nvPr/>
          </p:nvSpPr>
          <p:spPr>
            <a:xfrm>
              <a:off x="49046" y="59355"/>
              <a:ext cx="882450" cy="1189311"/>
            </a:xfrm>
            <a:custGeom>
              <a:avLst/>
              <a:gdLst/>
              <a:ahLst/>
              <a:cxnLst/>
              <a:rect l="l" t="t" r="r" b="b"/>
              <a:pathLst>
                <a:path w="882450" h="1189311">
                  <a:moveTo>
                    <a:pt x="48744" y="11765"/>
                  </a:moveTo>
                  <a:cubicBezTo>
                    <a:pt x="159234" y="-9825"/>
                    <a:pt x="207494" y="335"/>
                    <a:pt x="251944" y="25735"/>
                  </a:cubicBezTo>
                  <a:cubicBezTo>
                    <a:pt x="316714" y="63835"/>
                    <a:pt x="399264" y="146385"/>
                    <a:pt x="458954" y="226395"/>
                  </a:cubicBezTo>
                  <a:cubicBezTo>
                    <a:pt x="524994" y="314025"/>
                    <a:pt x="579604" y="444835"/>
                    <a:pt x="622784" y="538815"/>
                  </a:cubicBezTo>
                  <a:cubicBezTo>
                    <a:pt x="654534" y="611205"/>
                    <a:pt x="664694" y="665815"/>
                    <a:pt x="697714" y="738205"/>
                  </a:cubicBezTo>
                  <a:cubicBezTo>
                    <a:pt x="739624" y="832185"/>
                    <a:pt x="846304" y="982045"/>
                    <a:pt x="866624" y="1051895"/>
                  </a:cubicBezTo>
                  <a:cubicBezTo>
                    <a:pt x="876784" y="1083645"/>
                    <a:pt x="880594" y="1103965"/>
                    <a:pt x="874244" y="1125555"/>
                  </a:cubicBezTo>
                  <a:cubicBezTo>
                    <a:pt x="867894" y="1147145"/>
                    <a:pt x="846304" y="1172545"/>
                    <a:pt x="828524" y="1182705"/>
                  </a:cubicBezTo>
                  <a:cubicBezTo>
                    <a:pt x="812014" y="1190325"/>
                    <a:pt x="789154" y="1191595"/>
                    <a:pt x="772644" y="1185245"/>
                  </a:cubicBezTo>
                  <a:cubicBezTo>
                    <a:pt x="753594" y="1177625"/>
                    <a:pt x="733274" y="1156035"/>
                    <a:pt x="720574" y="1133175"/>
                  </a:cubicBezTo>
                  <a:cubicBezTo>
                    <a:pt x="706604" y="1102695"/>
                    <a:pt x="707874" y="1063325"/>
                    <a:pt x="702794" y="1011255"/>
                  </a:cubicBezTo>
                  <a:cubicBezTo>
                    <a:pt x="695174" y="919815"/>
                    <a:pt x="685014" y="693755"/>
                    <a:pt x="692634" y="628985"/>
                  </a:cubicBezTo>
                  <a:cubicBezTo>
                    <a:pt x="696444" y="607395"/>
                    <a:pt x="697714" y="598505"/>
                    <a:pt x="706604" y="585805"/>
                  </a:cubicBezTo>
                  <a:cubicBezTo>
                    <a:pt x="714224" y="574375"/>
                    <a:pt x="729464" y="564215"/>
                    <a:pt x="742164" y="560405"/>
                  </a:cubicBezTo>
                  <a:cubicBezTo>
                    <a:pt x="756134" y="555325"/>
                    <a:pt x="773914" y="555325"/>
                    <a:pt x="787884" y="560405"/>
                  </a:cubicBezTo>
                  <a:cubicBezTo>
                    <a:pt x="801854" y="565485"/>
                    <a:pt x="815824" y="575645"/>
                    <a:pt x="823444" y="588345"/>
                  </a:cubicBezTo>
                  <a:cubicBezTo>
                    <a:pt x="832334" y="604855"/>
                    <a:pt x="836144" y="636605"/>
                    <a:pt x="828524" y="655655"/>
                  </a:cubicBezTo>
                  <a:cubicBezTo>
                    <a:pt x="820904" y="673435"/>
                    <a:pt x="796774" y="692485"/>
                    <a:pt x="777724" y="696295"/>
                  </a:cubicBezTo>
                  <a:cubicBezTo>
                    <a:pt x="758674" y="700105"/>
                    <a:pt x="728194" y="691215"/>
                    <a:pt x="714224" y="677245"/>
                  </a:cubicBezTo>
                  <a:cubicBezTo>
                    <a:pt x="700254" y="663275"/>
                    <a:pt x="692634" y="632795"/>
                    <a:pt x="693904" y="613745"/>
                  </a:cubicBezTo>
                  <a:cubicBezTo>
                    <a:pt x="695174" y="599775"/>
                    <a:pt x="705334" y="584535"/>
                    <a:pt x="716764" y="574375"/>
                  </a:cubicBezTo>
                  <a:cubicBezTo>
                    <a:pt x="726924" y="565485"/>
                    <a:pt x="743434" y="557865"/>
                    <a:pt x="757404" y="556595"/>
                  </a:cubicBezTo>
                  <a:cubicBezTo>
                    <a:pt x="771374" y="555325"/>
                    <a:pt x="789154" y="557865"/>
                    <a:pt x="801854" y="568025"/>
                  </a:cubicBezTo>
                  <a:cubicBezTo>
                    <a:pt x="815824" y="578185"/>
                    <a:pt x="824714" y="594695"/>
                    <a:pt x="834874" y="625175"/>
                  </a:cubicBezTo>
                  <a:cubicBezTo>
                    <a:pt x="860274" y="707725"/>
                    <a:pt x="899644" y="1043005"/>
                    <a:pt x="874244" y="1125555"/>
                  </a:cubicBezTo>
                  <a:cubicBezTo>
                    <a:pt x="864084" y="1156035"/>
                    <a:pt x="847574" y="1173815"/>
                    <a:pt x="828524" y="1182705"/>
                  </a:cubicBezTo>
                  <a:cubicBezTo>
                    <a:pt x="808204" y="1191595"/>
                    <a:pt x="772644" y="1185245"/>
                    <a:pt x="754864" y="1177625"/>
                  </a:cubicBezTo>
                  <a:cubicBezTo>
                    <a:pt x="742164" y="1171275"/>
                    <a:pt x="734544" y="1162385"/>
                    <a:pt x="728194" y="1149685"/>
                  </a:cubicBezTo>
                  <a:cubicBezTo>
                    <a:pt x="720574" y="1135715"/>
                    <a:pt x="725654" y="1120475"/>
                    <a:pt x="716764" y="1096345"/>
                  </a:cubicBezTo>
                  <a:cubicBezTo>
                    <a:pt x="696444" y="1037925"/>
                    <a:pt x="613894" y="907115"/>
                    <a:pt x="570714" y="810595"/>
                  </a:cubicBezTo>
                  <a:cubicBezTo>
                    <a:pt x="528804" y="715345"/>
                    <a:pt x="500864" y="607395"/>
                    <a:pt x="462764" y="521035"/>
                  </a:cubicBezTo>
                  <a:cubicBezTo>
                    <a:pt x="429744" y="448645"/>
                    <a:pt x="408154" y="385145"/>
                    <a:pt x="361164" y="322915"/>
                  </a:cubicBezTo>
                  <a:cubicBezTo>
                    <a:pt x="307824" y="253065"/>
                    <a:pt x="201144" y="141305"/>
                    <a:pt x="147804" y="129875"/>
                  </a:cubicBezTo>
                  <a:cubicBezTo>
                    <a:pt x="119864" y="124795"/>
                    <a:pt x="100814" y="155275"/>
                    <a:pt x="77954" y="154005"/>
                  </a:cubicBezTo>
                  <a:cubicBezTo>
                    <a:pt x="56364" y="152735"/>
                    <a:pt x="28424" y="142575"/>
                    <a:pt x="15724" y="127335"/>
                  </a:cubicBezTo>
                  <a:cubicBezTo>
                    <a:pt x="3024" y="112095"/>
                    <a:pt x="-3326" y="80345"/>
                    <a:pt x="1754" y="61295"/>
                  </a:cubicBezTo>
                  <a:cubicBezTo>
                    <a:pt x="8104" y="42245"/>
                    <a:pt x="48744" y="11765"/>
                    <a:pt x="48744" y="11765"/>
                  </a:cubicBezTo>
                </a:path>
              </a:pathLst>
            </a:custGeom>
            <a:solidFill>
              <a:srgbClr val="F09521"/>
            </a:solidFill>
            <a:ln cap="sq">
              <a:noFill/>
              <a:prstDash val="solid"/>
              <a:miter/>
            </a:ln>
          </p:spPr>
          <p:txBody>
            <a:bodyPr/>
            <a:lstStyle/>
            <a:p>
              <a:endParaRPr lang="en-CA"/>
            </a:p>
          </p:txBody>
        </p:sp>
      </p:grpSp>
      <p:grpSp>
        <p:nvGrpSpPr>
          <p:cNvPr id="78" name="Group 78"/>
          <p:cNvGrpSpPr/>
          <p:nvPr/>
        </p:nvGrpSpPr>
        <p:grpSpPr>
          <a:xfrm>
            <a:off x="13519304" y="5342559"/>
            <a:ext cx="204779" cy="233374"/>
            <a:chOff x="0" y="0"/>
            <a:chExt cx="281940" cy="321310"/>
          </a:xfrm>
        </p:grpSpPr>
        <p:sp>
          <p:nvSpPr>
            <p:cNvPr id="79" name="Freeform 79"/>
            <p:cNvSpPr/>
            <p:nvPr/>
          </p:nvSpPr>
          <p:spPr>
            <a:xfrm>
              <a:off x="49567" y="46501"/>
              <a:ext cx="183770" cy="223421"/>
            </a:xfrm>
            <a:custGeom>
              <a:avLst/>
              <a:gdLst/>
              <a:ahLst/>
              <a:cxnLst/>
              <a:rect l="l" t="t" r="r" b="b"/>
              <a:pathLst>
                <a:path w="183770" h="223421">
                  <a:moveTo>
                    <a:pt x="181573" y="109709"/>
                  </a:moveTo>
                  <a:cubicBezTo>
                    <a:pt x="111723" y="217659"/>
                    <a:pt x="82513" y="226549"/>
                    <a:pt x="62193" y="222739"/>
                  </a:cubicBezTo>
                  <a:cubicBezTo>
                    <a:pt x="41873" y="218929"/>
                    <a:pt x="16473" y="196069"/>
                    <a:pt x="6313" y="178289"/>
                  </a:cubicBezTo>
                  <a:cubicBezTo>
                    <a:pt x="-1307" y="164319"/>
                    <a:pt x="-1307" y="143999"/>
                    <a:pt x="2503" y="130029"/>
                  </a:cubicBezTo>
                  <a:cubicBezTo>
                    <a:pt x="6313" y="114789"/>
                    <a:pt x="15203" y="98279"/>
                    <a:pt x="29173" y="89389"/>
                  </a:cubicBezTo>
                  <a:cubicBezTo>
                    <a:pt x="45683" y="77959"/>
                    <a:pt x="79973" y="71609"/>
                    <a:pt x="99023" y="75419"/>
                  </a:cubicBezTo>
                  <a:cubicBezTo>
                    <a:pt x="115533" y="79229"/>
                    <a:pt x="129503" y="91929"/>
                    <a:pt x="138393" y="104629"/>
                  </a:cubicBezTo>
                  <a:cubicBezTo>
                    <a:pt x="147283" y="117329"/>
                    <a:pt x="153633" y="135109"/>
                    <a:pt x="152363" y="150349"/>
                  </a:cubicBezTo>
                  <a:cubicBezTo>
                    <a:pt x="149823" y="170669"/>
                    <a:pt x="134583" y="201149"/>
                    <a:pt x="116803" y="212579"/>
                  </a:cubicBezTo>
                  <a:cubicBezTo>
                    <a:pt x="99023" y="224009"/>
                    <a:pt x="64733" y="224009"/>
                    <a:pt x="45683" y="217659"/>
                  </a:cubicBezTo>
                  <a:cubicBezTo>
                    <a:pt x="30443" y="212579"/>
                    <a:pt x="17743" y="198609"/>
                    <a:pt x="10123" y="185909"/>
                  </a:cubicBezTo>
                  <a:cubicBezTo>
                    <a:pt x="2503" y="171939"/>
                    <a:pt x="-1307" y="156699"/>
                    <a:pt x="1233" y="137649"/>
                  </a:cubicBezTo>
                  <a:cubicBezTo>
                    <a:pt x="5043" y="110979"/>
                    <a:pt x="27903" y="65259"/>
                    <a:pt x="44413" y="41129"/>
                  </a:cubicBezTo>
                  <a:cubicBezTo>
                    <a:pt x="57113" y="24619"/>
                    <a:pt x="68543" y="10649"/>
                    <a:pt x="85053" y="4299"/>
                  </a:cubicBezTo>
                  <a:cubicBezTo>
                    <a:pt x="100293" y="-781"/>
                    <a:pt x="123153" y="-2051"/>
                    <a:pt x="138393" y="4299"/>
                  </a:cubicBezTo>
                  <a:cubicBezTo>
                    <a:pt x="154903" y="9379"/>
                    <a:pt x="172683" y="23349"/>
                    <a:pt x="179033" y="38589"/>
                  </a:cubicBezTo>
                  <a:cubicBezTo>
                    <a:pt x="187923" y="56369"/>
                    <a:pt x="181573" y="109709"/>
                    <a:pt x="181573" y="109709"/>
                  </a:cubicBezTo>
                </a:path>
              </a:pathLst>
            </a:custGeom>
            <a:solidFill>
              <a:srgbClr val="F09521"/>
            </a:solidFill>
            <a:ln cap="sq">
              <a:noFill/>
              <a:prstDash val="solid"/>
              <a:miter/>
            </a:ln>
          </p:spPr>
          <p:txBody>
            <a:bodyPr/>
            <a:lstStyle/>
            <a:p>
              <a:endParaRPr lang="en-CA"/>
            </a:p>
          </p:txBody>
        </p:sp>
      </p:grpSp>
      <p:grpSp>
        <p:nvGrpSpPr>
          <p:cNvPr id="80" name="Group 80"/>
          <p:cNvGrpSpPr/>
          <p:nvPr/>
        </p:nvGrpSpPr>
        <p:grpSpPr>
          <a:xfrm>
            <a:off x="13184464" y="5373921"/>
            <a:ext cx="645698" cy="1152110"/>
            <a:chOff x="0" y="0"/>
            <a:chExt cx="889000" cy="1586230"/>
          </a:xfrm>
        </p:grpSpPr>
        <p:sp>
          <p:nvSpPr>
            <p:cNvPr id="81" name="Freeform 81"/>
            <p:cNvSpPr/>
            <p:nvPr/>
          </p:nvSpPr>
          <p:spPr>
            <a:xfrm>
              <a:off x="50094" y="50637"/>
              <a:ext cx="792013" cy="1483523"/>
            </a:xfrm>
            <a:custGeom>
              <a:avLst/>
              <a:gdLst/>
              <a:ahLst/>
              <a:cxnLst/>
              <a:rect l="l" t="t" r="r" b="b"/>
              <a:pathLst>
                <a:path w="792013" h="1483523">
                  <a:moveTo>
                    <a:pt x="126436" y="47153"/>
                  </a:moveTo>
                  <a:cubicBezTo>
                    <a:pt x="197556" y="285913"/>
                    <a:pt x="257246" y="434503"/>
                    <a:pt x="309316" y="542453"/>
                  </a:cubicBezTo>
                  <a:cubicBezTo>
                    <a:pt x="356306" y="640243"/>
                    <a:pt x="403296" y="721523"/>
                    <a:pt x="459176" y="814233"/>
                  </a:cubicBezTo>
                  <a:cubicBezTo>
                    <a:pt x="520136" y="917103"/>
                    <a:pt x="610306" y="1032673"/>
                    <a:pt x="663646" y="1131733"/>
                  </a:cubicBezTo>
                  <a:cubicBezTo>
                    <a:pt x="708096" y="1211743"/>
                    <a:pt x="751276" y="1300643"/>
                    <a:pt x="767786" y="1356523"/>
                  </a:cubicBezTo>
                  <a:cubicBezTo>
                    <a:pt x="776676" y="1385733"/>
                    <a:pt x="783026" y="1408593"/>
                    <a:pt x="779216" y="1427643"/>
                  </a:cubicBezTo>
                  <a:cubicBezTo>
                    <a:pt x="775406" y="1444153"/>
                    <a:pt x="767786" y="1459393"/>
                    <a:pt x="755086" y="1468283"/>
                  </a:cubicBezTo>
                  <a:cubicBezTo>
                    <a:pt x="741116" y="1478443"/>
                    <a:pt x="711906" y="1484793"/>
                    <a:pt x="695396" y="1480983"/>
                  </a:cubicBezTo>
                  <a:cubicBezTo>
                    <a:pt x="681426" y="1477173"/>
                    <a:pt x="667456" y="1469553"/>
                    <a:pt x="658566" y="1453043"/>
                  </a:cubicBezTo>
                  <a:cubicBezTo>
                    <a:pt x="640786" y="1418753"/>
                    <a:pt x="644596" y="1304453"/>
                    <a:pt x="649676" y="1265083"/>
                  </a:cubicBezTo>
                  <a:cubicBezTo>
                    <a:pt x="653486" y="1246033"/>
                    <a:pt x="656026" y="1234603"/>
                    <a:pt x="664916" y="1224443"/>
                  </a:cubicBezTo>
                  <a:cubicBezTo>
                    <a:pt x="672536" y="1213013"/>
                    <a:pt x="687776" y="1202853"/>
                    <a:pt x="701746" y="1199043"/>
                  </a:cubicBezTo>
                  <a:cubicBezTo>
                    <a:pt x="714446" y="1195233"/>
                    <a:pt x="732226" y="1196503"/>
                    <a:pt x="744926" y="1202853"/>
                  </a:cubicBezTo>
                  <a:cubicBezTo>
                    <a:pt x="757626" y="1207933"/>
                    <a:pt x="771596" y="1219363"/>
                    <a:pt x="777946" y="1230793"/>
                  </a:cubicBezTo>
                  <a:cubicBezTo>
                    <a:pt x="785566" y="1243493"/>
                    <a:pt x="790646" y="1260003"/>
                    <a:pt x="786836" y="1273973"/>
                  </a:cubicBezTo>
                  <a:cubicBezTo>
                    <a:pt x="784296" y="1291753"/>
                    <a:pt x="767786" y="1318423"/>
                    <a:pt x="751276" y="1327313"/>
                  </a:cubicBezTo>
                  <a:cubicBezTo>
                    <a:pt x="733496" y="1336203"/>
                    <a:pt x="703016" y="1333663"/>
                    <a:pt x="686506" y="1326043"/>
                  </a:cubicBezTo>
                  <a:cubicBezTo>
                    <a:pt x="672536" y="1320963"/>
                    <a:pt x="661106" y="1308263"/>
                    <a:pt x="656026" y="1294293"/>
                  </a:cubicBezTo>
                  <a:cubicBezTo>
                    <a:pt x="649676" y="1277783"/>
                    <a:pt x="652216" y="1246033"/>
                    <a:pt x="659836" y="1229523"/>
                  </a:cubicBezTo>
                  <a:cubicBezTo>
                    <a:pt x="667456" y="1216823"/>
                    <a:pt x="681426" y="1206663"/>
                    <a:pt x="694126" y="1201583"/>
                  </a:cubicBezTo>
                  <a:cubicBezTo>
                    <a:pt x="706826" y="1196503"/>
                    <a:pt x="724606" y="1193963"/>
                    <a:pt x="738576" y="1200313"/>
                  </a:cubicBezTo>
                  <a:cubicBezTo>
                    <a:pt x="755086" y="1206663"/>
                    <a:pt x="775406" y="1221903"/>
                    <a:pt x="784296" y="1244763"/>
                  </a:cubicBezTo>
                  <a:cubicBezTo>
                    <a:pt x="800806" y="1282863"/>
                    <a:pt x="786836" y="1393353"/>
                    <a:pt x="779216" y="1427643"/>
                  </a:cubicBezTo>
                  <a:cubicBezTo>
                    <a:pt x="775406" y="1442883"/>
                    <a:pt x="774136" y="1449233"/>
                    <a:pt x="766516" y="1456853"/>
                  </a:cubicBezTo>
                  <a:cubicBezTo>
                    <a:pt x="755086" y="1468283"/>
                    <a:pt x="729686" y="1483523"/>
                    <a:pt x="710636" y="1483523"/>
                  </a:cubicBezTo>
                  <a:cubicBezTo>
                    <a:pt x="692856" y="1482253"/>
                    <a:pt x="669996" y="1469553"/>
                    <a:pt x="658566" y="1453043"/>
                  </a:cubicBezTo>
                  <a:cubicBezTo>
                    <a:pt x="643326" y="1431453"/>
                    <a:pt x="648406" y="1394623"/>
                    <a:pt x="636976" y="1359063"/>
                  </a:cubicBezTo>
                  <a:cubicBezTo>
                    <a:pt x="621736" y="1312073"/>
                    <a:pt x="601416" y="1261273"/>
                    <a:pt x="567126" y="1195233"/>
                  </a:cubicBezTo>
                  <a:cubicBezTo>
                    <a:pt x="506166" y="1079663"/>
                    <a:pt x="344876" y="857413"/>
                    <a:pt x="280106" y="744383"/>
                  </a:cubicBezTo>
                  <a:cubicBezTo>
                    <a:pt x="243276" y="680883"/>
                    <a:pt x="228036" y="652943"/>
                    <a:pt x="197556" y="589443"/>
                  </a:cubicBezTo>
                  <a:cubicBezTo>
                    <a:pt x="153106" y="494193"/>
                    <a:pt x="79446" y="322743"/>
                    <a:pt x="45156" y="228763"/>
                  </a:cubicBezTo>
                  <a:cubicBezTo>
                    <a:pt x="23566" y="170343"/>
                    <a:pt x="4516" y="118273"/>
                    <a:pt x="706" y="82713"/>
                  </a:cubicBezTo>
                  <a:cubicBezTo>
                    <a:pt x="-564" y="63663"/>
                    <a:pt x="-564" y="48423"/>
                    <a:pt x="4516" y="36993"/>
                  </a:cubicBezTo>
                  <a:cubicBezTo>
                    <a:pt x="9596" y="26833"/>
                    <a:pt x="15946" y="17943"/>
                    <a:pt x="24836" y="12863"/>
                  </a:cubicBezTo>
                  <a:cubicBezTo>
                    <a:pt x="36266" y="5243"/>
                    <a:pt x="55316" y="-1107"/>
                    <a:pt x="69286" y="163"/>
                  </a:cubicBezTo>
                  <a:cubicBezTo>
                    <a:pt x="80716" y="163"/>
                    <a:pt x="89606" y="2703"/>
                    <a:pt x="98496" y="9053"/>
                  </a:cubicBezTo>
                  <a:cubicBezTo>
                    <a:pt x="109926" y="17943"/>
                    <a:pt x="126436" y="47153"/>
                    <a:pt x="126436" y="47153"/>
                  </a:cubicBezTo>
                </a:path>
              </a:pathLst>
            </a:custGeom>
            <a:solidFill>
              <a:srgbClr val="FAC956"/>
            </a:solidFill>
            <a:ln cap="sq">
              <a:noFill/>
              <a:prstDash val="solid"/>
              <a:miter/>
            </a:ln>
          </p:spPr>
          <p:txBody>
            <a:bodyPr/>
            <a:lstStyle/>
            <a:p>
              <a:endParaRPr lang="en-CA"/>
            </a:p>
          </p:txBody>
        </p:sp>
      </p:grpSp>
      <p:grpSp>
        <p:nvGrpSpPr>
          <p:cNvPr id="82" name="Group 82"/>
          <p:cNvGrpSpPr/>
          <p:nvPr/>
        </p:nvGrpSpPr>
        <p:grpSpPr>
          <a:xfrm>
            <a:off x="13068238" y="5364697"/>
            <a:ext cx="613413" cy="655845"/>
            <a:chOff x="0" y="0"/>
            <a:chExt cx="844550" cy="902970"/>
          </a:xfrm>
        </p:grpSpPr>
        <p:sp>
          <p:nvSpPr>
            <p:cNvPr id="83" name="Freeform 83"/>
            <p:cNvSpPr/>
            <p:nvPr/>
          </p:nvSpPr>
          <p:spPr>
            <a:xfrm>
              <a:off x="49530" y="47680"/>
              <a:ext cx="745294" cy="804629"/>
            </a:xfrm>
            <a:custGeom>
              <a:avLst/>
              <a:gdLst/>
              <a:ahLst/>
              <a:cxnLst/>
              <a:rect l="l" t="t" r="r" b="b"/>
              <a:pathLst>
                <a:path w="745294" h="804629">
                  <a:moveTo>
                    <a:pt x="143510" y="109800"/>
                  </a:moveTo>
                  <a:cubicBezTo>
                    <a:pt x="201930" y="210130"/>
                    <a:pt x="215900" y="258390"/>
                    <a:pt x="223520" y="315540"/>
                  </a:cubicBezTo>
                  <a:cubicBezTo>
                    <a:pt x="236220" y="399360"/>
                    <a:pt x="234950" y="550490"/>
                    <a:pt x="231140" y="626690"/>
                  </a:cubicBezTo>
                  <a:cubicBezTo>
                    <a:pt x="229870" y="671140"/>
                    <a:pt x="227330" y="728290"/>
                    <a:pt x="220980" y="730830"/>
                  </a:cubicBezTo>
                  <a:cubicBezTo>
                    <a:pt x="218440" y="732100"/>
                    <a:pt x="214630" y="723210"/>
                    <a:pt x="212090" y="723210"/>
                  </a:cubicBezTo>
                  <a:cubicBezTo>
                    <a:pt x="204470" y="724480"/>
                    <a:pt x="201930" y="763850"/>
                    <a:pt x="191770" y="776550"/>
                  </a:cubicBezTo>
                  <a:cubicBezTo>
                    <a:pt x="182880" y="787980"/>
                    <a:pt x="172720" y="795600"/>
                    <a:pt x="158750" y="799410"/>
                  </a:cubicBezTo>
                  <a:cubicBezTo>
                    <a:pt x="143510" y="804490"/>
                    <a:pt x="118110" y="805760"/>
                    <a:pt x="101600" y="799410"/>
                  </a:cubicBezTo>
                  <a:cubicBezTo>
                    <a:pt x="85090" y="793060"/>
                    <a:pt x="69850" y="779090"/>
                    <a:pt x="58420" y="761310"/>
                  </a:cubicBezTo>
                  <a:cubicBezTo>
                    <a:pt x="43180" y="734640"/>
                    <a:pt x="41910" y="696540"/>
                    <a:pt x="36830" y="645740"/>
                  </a:cubicBezTo>
                  <a:cubicBezTo>
                    <a:pt x="27940" y="542870"/>
                    <a:pt x="27940" y="285060"/>
                    <a:pt x="33020" y="187270"/>
                  </a:cubicBezTo>
                  <a:cubicBezTo>
                    <a:pt x="35560" y="140280"/>
                    <a:pt x="26670" y="112340"/>
                    <a:pt x="44450" y="83130"/>
                  </a:cubicBezTo>
                  <a:cubicBezTo>
                    <a:pt x="67310" y="47570"/>
                    <a:pt x="128270" y="13280"/>
                    <a:pt x="175260" y="3120"/>
                  </a:cubicBezTo>
                  <a:cubicBezTo>
                    <a:pt x="223520" y="-7040"/>
                    <a:pt x="284480" y="9470"/>
                    <a:pt x="330200" y="25980"/>
                  </a:cubicBezTo>
                  <a:cubicBezTo>
                    <a:pt x="372110" y="41220"/>
                    <a:pt x="410210" y="69160"/>
                    <a:pt x="441960" y="95830"/>
                  </a:cubicBezTo>
                  <a:cubicBezTo>
                    <a:pt x="471170" y="119960"/>
                    <a:pt x="487680" y="164410"/>
                    <a:pt x="514350" y="179650"/>
                  </a:cubicBezTo>
                  <a:cubicBezTo>
                    <a:pt x="538480" y="192350"/>
                    <a:pt x="563880" y="177110"/>
                    <a:pt x="590550" y="191080"/>
                  </a:cubicBezTo>
                  <a:cubicBezTo>
                    <a:pt x="635000" y="212670"/>
                    <a:pt x="717550" y="296490"/>
                    <a:pt x="736600" y="335860"/>
                  </a:cubicBezTo>
                  <a:cubicBezTo>
                    <a:pt x="746760" y="356180"/>
                    <a:pt x="746760" y="372690"/>
                    <a:pt x="742950" y="389200"/>
                  </a:cubicBezTo>
                  <a:cubicBezTo>
                    <a:pt x="739140" y="405710"/>
                    <a:pt x="728980" y="423490"/>
                    <a:pt x="716280" y="434920"/>
                  </a:cubicBezTo>
                  <a:cubicBezTo>
                    <a:pt x="703580" y="446350"/>
                    <a:pt x="683260" y="453970"/>
                    <a:pt x="666750" y="455240"/>
                  </a:cubicBezTo>
                  <a:cubicBezTo>
                    <a:pt x="648970" y="456510"/>
                    <a:pt x="628650" y="452700"/>
                    <a:pt x="614680" y="441270"/>
                  </a:cubicBezTo>
                  <a:cubicBezTo>
                    <a:pt x="598170" y="427300"/>
                    <a:pt x="577850" y="395550"/>
                    <a:pt x="577850" y="372690"/>
                  </a:cubicBezTo>
                  <a:cubicBezTo>
                    <a:pt x="577850" y="348560"/>
                    <a:pt x="596900" y="316810"/>
                    <a:pt x="613410" y="302840"/>
                  </a:cubicBezTo>
                  <a:cubicBezTo>
                    <a:pt x="627380" y="291410"/>
                    <a:pt x="647700" y="287600"/>
                    <a:pt x="665480" y="287600"/>
                  </a:cubicBezTo>
                  <a:cubicBezTo>
                    <a:pt x="681990" y="288870"/>
                    <a:pt x="702310" y="295220"/>
                    <a:pt x="715010" y="307920"/>
                  </a:cubicBezTo>
                  <a:cubicBezTo>
                    <a:pt x="730250" y="323160"/>
                    <a:pt x="746760" y="357450"/>
                    <a:pt x="744220" y="380310"/>
                  </a:cubicBezTo>
                  <a:cubicBezTo>
                    <a:pt x="741680" y="403170"/>
                    <a:pt x="721360" y="433650"/>
                    <a:pt x="701040" y="445080"/>
                  </a:cubicBezTo>
                  <a:cubicBezTo>
                    <a:pt x="680720" y="456510"/>
                    <a:pt x="646430" y="455240"/>
                    <a:pt x="622300" y="445080"/>
                  </a:cubicBezTo>
                  <a:cubicBezTo>
                    <a:pt x="593090" y="433650"/>
                    <a:pt x="571500" y="389200"/>
                    <a:pt x="542290" y="368880"/>
                  </a:cubicBezTo>
                  <a:cubicBezTo>
                    <a:pt x="515620" y="349830"/>
                    <a:pt x="488950" y="346020"/>
                    <a:pt x="457200" y="326970"/>
                  </a:cubicBezTo>
                  <a:cubicBezTo>
                    <a:pt x="410210" y="296490"/>
                    <a:pt x="340360" y="230450"/>
                    <a:pt x="292100" y="198700"/>
                  </a:cubicBezTo>
                  <a:cubicBezTo>
                    <a:pt x="256540" y="175840"/>
                    <a:pt x="219710" y="133930"/>
                    <a:pt x="198120" y="146630"/>
                  </a:cubicBezTo>
                  <a:cubicBezTo>
                    <a:pt x="147320" y="177110"/>
                    <a:pt x="227330" y="666060"/>
                    <a:pt x="209550" y="742260"/>
                  </a:cubicBezTo>
                  <a:cubicBezTo>
                    <a:pt x="204470" y="762580"/>
                    <a:pt x="200660" y="767660"/>
                    <a:pt x="191770" y="776550"/>
                  </a:cubicBezTo>
                  <a:cubicBezTo>
                    <a:pt x="179070" y="789250"/>
                    <a:pt x="158750" y="801950"/>
                    <a:pt x="140970" y="804490"/>
                  </a:cubicBezTo>
                  <a:cubicBezTo>
                    <a:pt x="123190" y="805760"/>
                    <a:pt x="99060" y="798140"/>
                    <a:pt x="85090" y="790520"/>
                  </a:cubicBezTo>
                  <a:cubicBezTo>
                    <a:pt x="72390" y="782900"/>
                    <a:pt x="64770" y="772740"/>
                    <a:pt x="58420" y="761310"/>
                  </a:cubicBezTo>
                  <a:cubicBezTo>
                    <a:pt x="53340" y="749880"/>
                    <a:pt x="49530" y="738450"/>
                    <a:pt x="49530" y="723210"/>
                  </a:cubicBezTo>
                  <a:cubicBezTo>
                    <a:pt x="49530" y="699080"/>
                    <a:pt x="67310" y="667330"/>
                    <a:pt x="71120" y="626690"/>
                  </a:cubicBezTo>
                  <a:cubicBezTo>
                    <a:pt x="78740" y="555570"/>
                    <a:pt x="73660" y="400630"/>
                    <a:pt x="68580" y="334590"/>
                  </a:cubicBezTo>
                  <a:cubicBezTo>
                    <a:pt x="64770" y="301570"/>
                    <a:pt x="64770" y="283790"/>
                    <a:pt x="55880" y="258390"/>
                  </a:cubicBezTo>
                  <a:cubicBezTo>
                    <a:pt x="45720" y="231720"/>
                    <a:pt x="12700" y="201240"/>
                    <a:pt x="5080" y="179650"/>
                  </a:cubicBezTo>
                  <a:cubicBezTo>
                    <a:pt x="0" y="165680"/>
                    <a:pt x="-1270" y="155520"/>
                    <a:pt x="1270" y="142820"/>
                  </a:cubicBezTo>
                  <a:cubicBezTo>
                    <a:pt x="5080" y="126310"/>
                    <a:pt x="16510" y="104720"/>
                    <a:pt x="27940" y="93290"/>
                  </a:cubicBezTo>
                  <a:cubicBezTo>
                    <a:pt x="36830" y="84400"/>
                    <a:pt x="48260" y="79320"/>
                    <a:pt x="60960" y="76780"/>
                  </a:cubicBezTo>
                  <a:cubicBezTo>
                    <a:pt x="77470" y="74240"/>
                    <a:pt x="101600" y="78050"/>
                    <a:pt x="115570" y="84400"/>
                  </a:cubicBezTo>
                  <a:cubicBezTo>
                    <a:pt x="128270" y="90750"/>
                    <a:pt x="143510" y="109800"/>
                    <a:pt x="143510" y="109800"/>
                  </a:cubicBezTo>
                </a:path>
              </a:pathLst>
            </a:custGeom>
            <a:solidFill>
              <a:srgbClr val="FAC956"/>
            </a:solidFill>
            <a:ln cap="sq">
              <a:noFill/>
              <a:prstDash val="solid"/>
              <a:miter/>
            </a:ln>
          </p:spPr>
          <p:txBody>
            <a:bodyPr/>
            <a:lstStyle/>
            <a:p>
              <a:endParaRPr lang="en-CA"/>
            </a:p>
          </p:txBody>
        </p:sp>
      </p:grpSp>
      <p:sp>
        <p:nvSpPr>
          <p:cNvPr id="84" name="Freeform 84"/>
          <p:cNvSpPr/>
          <p:nvPr/>
        </p:nvSpPr>
        <p:spPr>
          <a:xfrm>
            <a:off x="5213638" y="869345"/>
            <a:ext cx="6124959" cy="1693059"/>
          </a:xfrm>
          <a:custGeom>
            <a:avLst/>
            <a:gdLst/>
            <a:ahLst/>
            <a:cxnLst/>
            <a:rect l="l" t="t" r="r" b="b"/>
            <a:pathLst>
              <a:path w="8851738" h="2091063">
                <a:moveTo>
                  <a:pt x="0" y="0"/>
                </a:moveTo>
                <a:lnTo>
                  <a:pt x="8851738" y="0"/>
                </a:lnTo>
                <a:lnTo>
                  <a:pt x="8851738" y="2091063"/>
                </a:lnTo>
                <a:lnTo>
                  <a:pt x="0" y="209106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CA" dirty="0"/>
          </a:p>
        </p:txBody>
      </p:sp>
      <p:sp>
        <p:nvSpPr>
          <p:cNvPr id="85" name="TextBox 85"/>
          <p:cNvSpPr txBox="1"/>
          <p:nvPr/>
        </p:nvSpPr>
        <p:spPr>
          <a:xfrm>
            <a:off x="12381953" y="6491019"/>
            <a:ext cx="4399049" cy="1233059"/>
          </a:xfrm>
          <a:prstGeom prst="rect">
            <a:avLst/>
          </a:prstGeom>
        </p:spPr>
        <p:txBody>
          <a:bodyPr lIns="0" tIns="0" rIns="0" bIns="0" rtlCol="0" anchor="t">
            <a:spAutoFit/>
          </a:bodyPr>
          <a:lstStyle/>
          <a:p>
            <a:pPr algn="l">
              <a:lnSpc>
                <a:spcPts val="3321"/>
              </a:lnSpc>
              <a:spcBef>
                <a:spcPct val="0"/>
              </a:spcBef>
            </a:pPr>
            <a:r>
              <a:rPr lang="en-US" sz="2372">
                <a:solidFill>
                  <a:srgbClr val="000000"/>
                </a:solidFill>
                <a:latin typeface="Roboto"/>
                <a:ea typeface="Roboto"/>
                <a:cs typeface="Roboto"/>
                <a:sym typeface="Roboto"/>
              </a:rPr>
              <a:t>A push-in lid made from the same material as the juice box, with a snug hole for the stick.</a:t>
            </a:r>
          </a:p>
        </p:txBody>
      </p:sp>
      <p:sp>
        <p:nvSpPr>
          <p:cNvPr id="86" name="TextBox 86"/>
          <p:cNvSpPr txBox="1"/>
          <p:nvPr/>
        </p:nvSpPr>
        <p:spPr>
          <a:xfrm>
            <a:off x="3706177" y="1114450"/>
            <a:ext cx="10354952" cy="1273133"/>
          </a:xfrm>
          <a:prstGeom prst="rect">
            <a:avLst/>
          </a:prstGeom>
        </p:spPr>
        <p:txBody>
          <a:bodyPr lIns="0" tIns="0" rIns="0" bIns="0" rtlCol="0" anchor="t">
            <a:spAutoFit/>
          </a:bodyPr>
          <a:lstStyle/>
          <a:p>
            <a:pPr algn="l">
              <a:lnSpc>
                <a:spcPts val="10406"/>
              </a:lnSpc>
              <a:spcBef>
                <a:spcPct val="0"/>
              </a:spcBef>
            </a:pPr>
            <a:r>
              <a:rPr lang="en-US" sz="7433" dirty="0">
                <a:solidFill>
                  <a:srgbClr val="000000"/>
                </a:solidFill>
                <a:latin typeface="League Spartan"/>
                <a:ea typeface="League Spartan"/>
                <a:cs typeface="League Spartan"/>
                <a:sym typeface="League Spartan"/>
              </a:rPr>
              <a:t>The Beverage Carton</a:t>
            </a:r>
          </a:p>
        </p:txBody>
      </p:sp>
      <p:sp>
        <p:nvSpPr>
          <p:cNvPr id="87" name="TextBox 87"/>
          <p:cNvSpPr txBox="1"/>
          <p:nvPr/>
        </p:nvSpPr>
        <p:spPr>
          <a:xfrm>
            <a:off x="5337684" y="8772160"/>
            <a:ext cx="5532537" cy="415992"/>
          </a:xfrm>
          <a:prstGeom prst="rect">
            <a:avLst/>
          </a:prstGeom>
        </p:spPr>
        <p:txBody>
          <a:bodyPr lIns="0" tIns="0" rIns="0" bIns="0" rtlCol="0" anchor="t">
            <a:spAutoFit/>
          </a:bodyPr>
          <a:lstStyle/>
          <a:p>
            <a:pPr algn="l">
              <a:lnSpc>
                <a:spcPts val="3321"/>
              </a:lnSpc>
              <a:spcBef>
                <a:spcPct val="0"/>
              </a:spcBef>
            </a:pPr>
            <a:r>
              <a:rPr lang="en-US" sz="2372">
                <a:solidFill>
                  <a:srgbClr val="000000"/>
                </a:solidFill>
                <a:latin typeface="Roboto"/>
                <a:ea typeface="Roboto"/>
                <a:cs typeface="Roboto"/>
                <a:sym typeface="Roboto"/>
              </a:rPr>
              <a:t>“ Frozen juice pop you can sip as it melts”</a:t>
            </a:r>
          </a:p>
        </p:txBody>
      </p:sp>
      <p:grpSp>
        <p:nvGrpSpPr>
          <p:cNvPr id="88" name="Group 88"/>
          <p:cNvGrpSpPr/>
          <p:nvPr/>
        </p:nvGrpSpPr>
        <p:grpSpPr>
          <a:xfrm>
            <a:off x="6882765" y="5881688"/>
            <a:ext cx="662940" cy="441960"/>
            <a:chOff x="0" y="0"/>
            <a:chExt cx="883920" cy="589280"/>
          </a:xfrm>
        </p:grpSpPr>
        <p:sp>
          <p:nvSpPr>
            <p:cNvPr id="89" name="Freeform 89"/>
            <p:cNvSpPr/>
            <p:nvPr/>
          </p:nvSpPr>
          <p:spPr>
            <a:xfrm>
              <a:off x="43177" y="49857"/>
              <a:ext cx="795645" cy="504191"/>
            </a:xfrm>
            <a:custGeom>
              <a:avLst/>
              <a:gdLst/>
              <a:ahLst/>
              <a:cxnLst/>
              <a:rect l="l" t="t" r="r" b="b"/>
              <a:pathLst>
                <a:path w="795645" h="504191">
                  <a:moveTo>
                    <a:pt x="215903" y="47933"/>
                  </a:moveTo>
                  <a:cubicBezTo>
                    <a:pt x="99063" y="110163"/>
                    <a:pt x="77473" y="138103"/>
                    <a:pt x="64773" y="166043"/>
                  </a:cubicBezTo>
                  <a:cubicBezTo>
                    <a:pt x="53343" y="196523"/>
                    <a:pt x="50803" y="240973"/>
                    <a:pt x="54613" y="268913"/>
                  </a:cubicBezTo>
                  <a:cubicBezTo>
                    <a:pt x="57153" y="289233"/>
                    <a:pt x="63503" y="305743"/>
                    <a:pt x="72393" y="319713"/>
                  </a:cubicBezTo>
                  <a:cubicBezTo>
                    <a:pt x="80013" y="332413"/>
                    <a:pt x="86363" y="343843"/>
                    <a:pt x="100333" y="350193"/>
                  </a:cubicBezTo>
                  <a:cubicBezTo>
                    <a:pt x="121923" y="359083"/>
                    <a:pt x="172723" y="348923"/>
                    <a:pt x="193043" y="356543"/>
                  </a:cubicBezTo>
                  <a:cubicBezTo>
                    <a:pt x="203203" y="362893"/>
                    <a:pt x="203203" y="374323"/>
                    <a:pt x="214633" y="379403"/>
                  </a:cubicBezTo>
                  <a:cubicBezTo>
                    <a:pt x="229873" y="385753"/>
                    <a:pt x="266703" y="378133"/>
                    <a:pt x="281943" y="385753"/>
                  </a:cubicBezTo>
                  <a:cubicBezTo>
                    <a:pt x="292103" y="390833"/>
                    <a:pt x="292103" y="402263"/>
                    <a:pt x="302263" y="408613"/>
                  </a:cubicBezTo>
                  <a:cubicBezTo>
                    <a:pt x="318773" y="418773"/>
                    <a:pt x="342903" y="426393"/>
                    <a:pt x="374653" y="432743"/>
                  </a:cubicBezTo>
                  <a:cubicBezTo>
                    <a:pt x="431803" y="442903"/>
                    <a:pt x="572773" y="449253"/>
                    <a:pt x="624843" y="441633"/>
                  </a:cubicBezTo>
                  <a:cubicBezTo>
                    <a:pt x="648973" y="437823"/>
                    <a:pt x="659133" y="434013"/>
                    <a:pt x="676913" y="422583"/>
                  </a:cubicBezTo>
                  <a:cubicBezTo>
                    <a:pt x="697233" y="409883"/>
                    <a:pt x="723903" y="392103"/>
                    <a:pt x="735333" y="365433"/>
                  </a:cubicBezTo>
                  <a:cubicBezTo>
                    <a:pt x="750573" y="331143"/>
                    <a:pt x="725173" y="246053"/>
                    <a:pt x="740413" y="223193"/>
                  </a:cubicBezTo>
                  <a:cubicBezTo>
                    <a:pt x="748033" y="211763"/>
                    <a:pt x="765813" y="205413"/>
                    <a:pt x="773433" y="207953"/>
                  </a:cubicBezTo>
                  <a:cubicBezTo>
                    <a:pt x="781053" y="210493"/>
                    <a:pt x="791213" y="227003"/>
                    <a:pt x="789943" y="234623"/>
                  </a:cubicBezTo>
                  <a:cubicBezTo>
                    <a:pt x="787403" y="243513"/>
                    <a:pt x="768353" y="257483"/>
                    <a:pt x="759463" y="256213"/>
                  </a:cubicBezTo>
                  <a:cubicBezTo>
                    <a:pt x="751843" y="254943"/>
                    <a:pt x="737873" y="234623"/>
                    <a:pt x="739143" y="225733"/>
                  </a:cubicBezTo>
                  <a:cubicBezTo>
                    <a:pt x="741683" y="218113"/>
                    <a:pt x="763273" y="205413"/>
                    <a:pt x="770893" y="206683"/>
                  </a:cubicBezTo>
                  <a:cubicBezTo>
                    <a:pt x="778513" y="209223"/>
                    <a:pt x="786133" y="219383"/>
                    <a:pt x="789943" y="232083"/>
                  </a:cubicBezTo>
                  <a:cubicBezTo>
                    <a:pt x="797563" y="258753"/>
                    <a:pt x="800103" y="332413"/>
                    <a:pt x="781053" y="374323"/>
                  </a:cubicBezTo>
                  <a:cubicBezTo>
                    <a:pt x="760733" y="418773"/>
                    <a:pt x="716283" y="467033"/>
                    <a:pt x="662943" y="488623"/>
                  </a:cubicBezTo>
                  <a:cubicBezTo>
                    <a:pt x="593093" y="516563"/>
                    <a:pt x="469903" y="501323"/>
                    <a:pt x="383543" y="486083"/>
                  </a:cubicBezTo>
                  <a:cubicBezTo>
                    <a:pt x="300993" y="470843"/>
                    <a:pt x="207013" y="414963"/>
                    <a:pt x="153673" y="403533"/>
                  </a:cubicBezTo>
                  <a:cubicBezTo>
                    <a:pt x="127003" y="397183"/>
                    <a:pt x="111763" y="406073"/>
                    <a:pt x="91443" y="395913"/>
                  </a:cubicBezTo>
                  <a:cubicBezTo>
                    <a:pt x="63503" y="380673"/>
                    <a:pt x="21593" y="342573"/>
                    <a:pt x="7623" y="305743"/>
                  </a:cubicBezTo>
                  <a:cubicBezTo>
                    <a:pt x="-6347" y="268913"/>
                    <a:pt x="1273" y="213033"/>
                    <a:pt x="11433" y="172393"/>
                  </a:cubicBezTo>
                  <a:cubicBezTo>
                    <a:pt x="20323" y="136833"/>
                    <a:pt x="40643" y="101273"/>
                    <a:pt x="62233" y="77143"/>
                  </a:cubicBezTo>
                  <a:cubicBezTo>
                    <a:pt x="82553" y="54283"/>
                    <a:pt x="107953" y="37773"/>
                    <a:pt x="133353" y="25073"/>
                  </a:cubicBezTo>
                  <a:cubicBezTo>
                    <a:pt x="157483" y="12373"/>
                    <a:pt x="195583" y="-4137"/>
                    <a:pt x="212093" y="943"/>
                  </a:cubicBezTo>
                  <a:cubicBezTo>
                    <a:pt x="220983" y="3483"/>
                    <a:pt x="229873" y="14913"/>
                    <a:pt x="229873" y="22533"/>
                  </a:cubicBezTo>
                  <a:cubicBezTo>
                    <a:pt x="231143" y="31423"/>
                    <a:pt x="215903" y="47933"/>
                    <a:pt x="215903" y="47933"/>
                  </a:cubicBezTo>
                </a:path>
              </a:pathLst>
            </a:custGeom>
            <a:solidFill>
              <a:srgbClr val="AA5ED8"/>
            </a:solidFill>
            <a:ln cap="sq">
              <a:noFill/>
              <a:prstDash val="solid"/>
              <a:miter/>
            </a:ln>
          </p:spPr>
          <p:txBody>
            <a:bodyPr/>
            <a:lstStyle/>
            <a:p>
              <a:endParaRPr lang="en-CA"/>
            </a:p>
          </p:txBody>
        </p:sp>
      </p:grpSp>
      <p:grpSp>
        <p:nvGrpSpPr>
          <p:cNvPr id="90" name="Group 90"/>
          <p:cNvGrpSpPr/>
          <p:nvPr/>
        </p:nvGrpSpPr>
        <p:grpSpPr>
          <a:xfrm>
            <a:off x="7434262" y="6039803"/>
            <a:ext cx="111442" cy="108585"/>
            <a:chOff x="0" y="0"/>
            <a:chExt cx="148590" cy="144780"/>
          </a:xfrm>
        </p:grpSpPr>
        <p:sp>
          <p:nvSpPr>
            <p:cNvPr id="91" name="Freeform 91"/>
            <p:cNvSpPr/>
            <p:nvPr/>
          </p:nvSpPr>
          <p:spPr>
            <a:xfrm>
              <a:off x="48446" y="48830"/>
              <a:ext cx="48074" cy="41009"/>
            </a:xfrm>
            <a:custGeom>
              <a:avLst/>
              <a:gdLst/>
              <a:ahLst/>
              <a:cxnLst/>
              <a:rect l="l" t="t" r="r" b="b"/>
              <a:pathLst>
                <a:path w="48074" h="41009">
                  <a:moveTo>
                    <a:pt x="48074" y="14670"/>
                  </a:moveTo>
                  <a:cubicBezTo>
                    <a:pt x="26484" y="48960"/>
                    <a:pt x="6164" y="42610"/>
                    <a:pt x="2354" y="34990"/>
                  </a:cubicBezTo>
                  <a:cubicBezTo>
                    <a:pt x="-2726" y="27370"/>
                    <a:pt x="1084" y="7050"/>
                    <a:pt x="7434" y="1970"/>
                  </a:cubicBezTo>
                  <a:cubicBezTo>
                    <a:pt x="15054" y="-3110"/>
                    <a:pt x="41724" y="3240"/>
                    <a:pt x="41724" y="3240"/>
                  </a:cubicBezTo>
                </a:path>
              </a:pathLst>
            </a:custGeom>
            <a:solidFill>
              <a:srgbClr val="AA5ED8"/>
            </a:solidFill>
            <a:ln cap="sq">
              <a:noFill/>
              <a:prstDash val="solid"/>
              <a:miter/>
            </a:ln>
          </p:spPr>
          <p:txBody>
            <a:bodyPr/>
            <a:lstStyle/>
            <a:p>
              <a:endParaRPr lang="en-CA"/>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4223042"/>
          </a:xfrm>
          <a:custGeom>
            <a:avLst/>
            <a:gdLst/>
            <a:ahLst/>
            <a:cxnLst/>
            <a:rect l="l" t="t" r="r" b="b"/>
            <a:pathLst>
              <a:path w="18288000" h="14223042">
                <a:moveTo>
                  <a:pt x="0" y="0"/>
                </a:moveTo>
                <a:lnTo>
                  <a:pt x="18288000" y="0"/>
                </a:lnTo>
                <a:lnTo>
                  <a:pt x="18288000" y="14223042"/>
                </a:lnTo>
                <a:lnTo>
                  <a:pt x="0" y="14223042"/>
                </a:lnTo>
                <a:lnTo>
                  <a:pt x="0" y="0"/>
                </a:lnTo>
                <a:close/>
              </a:path>
            </a:pathLst>
          </a:custGeom>
          <a:blipFill>
            <a:blip r:embed="rId2"/>
            <a:stretch>
              <a:fillRect t="-14290" b="-14290"/>
            </a:stretch>
          </a:blipFill>
        </p:spPr>
        <p:txBody>
          <a:bodyPr/>
          <a:lstStyle/>
          <a:p>
            <a:endParaRPr lang="en-CA"/>
          </a:p>
        </p:txBody>
      </p:sp>
      <p:sp>
        <p:nvSpPr>
          <p:cNvPr id="3" name="Freeform 3"/>
          <p:cNvSpPr/>
          <p:nvPr/>
        </p:nvSpPr>
        <p:spPr>
          <a:xfrm>
            <a:off x="4743708" y="0"/>
            <a:ext cx="8185355" cy="10287000"/>
          </a:xfrm>
          <a:custGeom>
            <a:avLst/>
            <a:gdLst/>
            <a:ahLst/>
            <a:cxnLst/>
            <a:rect l="l" t="t" r="r" b="b"/>
            <a:pathLst>
              <a:path w="8185355" h="10287000">
                <a:moveTo>
                  <a:pt x="0" y="0"/>
                </a:moveTo>
                <a:lnTo>
                  <a:pt x="8185355" y="0"/>
                </a:lnTo>
                <a:lnTo>
                  <a:pt x="8185355" y="10287000"/>
                </a:lnTo>
                <a:lnTo>
                  <a:pt x="0" y="10287000"/>
                </a:lnTo>
                <a:lnTo>
                  <a:pt x="0" y="0"/>
                </a:lnTo>
                <a:close/>
              </a:path>
            </a:pathLst>
          </a:custGeom>
          <a:blipFill>
            <a:blip r:embed="rId3"/>
            <a:stretch>
              <a:fillRect/>
            </a:stretch>
          </a:blipFill>
        </p:spPr>
        <p:txBody>
          <a:bodyPr/>
          <a:lstStyle/>
          <a:p>
            <a:endParaRPr lang="en-CA"/>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819150"/>
            <a:ext cx="17540314" cy="8116656"/>
          </a:xfrm>
          <a:prstGeom prst="rect">
            <a:avLst/>
          </a:prstGeom>
        </p:spPr>
        <p:txBody>
          <a:bodyPr lIns="0" tIns="0" rIns="0" bIns="0" rtlCol="0" anchor="t">
            <a:spAutoFit/>
          </a:bodyPr>
          <a:lstStyle/>
          <a:p>
            <a:pPr marL="982168" lvl="1" indent="-491084" algn="ctr">
              <a:lnSpc>
                <a:spcPts val="6368"/>
              </a:lnSpc>
              <a:buFont typeface="Arial"/>
              <a:buChar char="•"/>
            </a:pPr>
            <a:r>
              <a:rPr lang="en-US" sz="4549">
                <a:solidFill>
                  <a:srgbClr val="000000"/>
                </a:solidFill>
                <a:latin typeface="Agrandir"/>
                <a:ea typeface="Agrandir"/>
                <a:cs typeface="Agrandir"/>
                <a:sym typeface="Agrandir"/>
              </a:rPr>
              <a:t>The targeted audience: 5+ years old</a:t>
            </a:r>
          </a:p>
          <a:p>
            <a:pPr marL="982168" lvl="1" indent="-491084" algn="ctr">
              <a:lnSpc>
                <a:spcPts val="6368"/>
              </a:lnSpc>
              <a:buFont typeface="Arial"/>
              <a:buChar char="•"/>
            </a:pPr>
            <a:r>
              <a:rPr lang="en-US" sz="4549">
                <a:solidFill>
                  <a:srgbClr val="000000"/>
                </a:solidFill>
                <a:latin typeface="Agrandir"/>
                <a:ea typeface="Agrandir"/>
                <a:cs typeface="Agrandir"/>
                <a:sym typeface="Agrandir"/>
              </a:rPr>
              <a:t>This product is made for people to enjoy their cold drink without losing their taste because the flavours like you saw, are unique and something new that people can try without having to eat fruit-flavoured which is common in the category, it’s just depends on the ingredient. Like each brand has their own touch or taste which is what gives their popularity. There isn’t any artificial flavours, because it’s the hard part, that’s why it’s a little expensive but if people enjoy the authentic, it’s worth a try.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174</Words>
  <Application>Microsoft Office PowerPoint</Application>
  <PresentationFormat>Custom</PresentationFormat>
  <Paragraphs>11</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Roboto</vt:lpstr>
      <vt:lpstr>Arial</vt:lpstr>
      <vt:lpstr>Code Pro Heavy</vt:lpstr>
      <vt:lpstr>Times New Roman MT Italics</vt:lpstr>
      <vt:lpstr>Cinzel Decorative</vt:lpstr>
      <vt:lpstr>League Spartan</vt:lpstr>
      <vt:lpstr>Agrandir</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Oct 27 presentation</dc:title>
  <dc:creator>Sahira Rajapkar</dc:creator>
  <cp:lastModifiedBy>Sahira Rajapkar</cp:lastModifiedBy>
  <cp:revision>2</cp:revision>
  <dcterms:created xsi:type="dcterms:W3CDTF">2006-08-16T00:00:00Z</dcterms:created>
  <dcterms:modified xsi:type="dcterms:W3CDTF">2026-01-25T17:22:59Z</dcterms:modified>
  <dc:identifier>DAG2qB6X7lw</dc:identifier>
</cp:coreProperties>
</file>